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32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236981-BC40-4B13-ABD9-50C8C2CBDF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49F307-CF96-4888-BA7A-A8D700F6EDFD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8C37C774-3F5D-44EF-9EEA-3F7A6BC97093}" type="parTrans" cxnId="{8C95ED9C-30F9-4F01-B7E7-4FBB8163C398}">
      <dgm:prSet/>
      <dgm:spPr/>
      <dgm:t>
        <a:bodyPr/>
        <a:lstStyle/>
        <a:p>
          <a:endParaRPr lang="en-US"/>
        </a:p>
      </dgm:t>
    </dgm:pt>
    <dgm:pt modelId="{BF4624FF-BFB2-4C8C-AFCC-47841EEDA009}" type="sibTrans" cxnId="{8C95ED9C-30F9-4F01-B7E7-4FBB8163C398}">
      <dgm:prSet/>
      <dgm:spPr/>
      <dgm:t>
        <a:bodyPr/>
        <a:lstStyle/>
        <a:p>
          <a:endParaRPr lang="en-US"/>
        </a:p>
      </dgm:t>
    </dgm:pt>
    <dgm:pt modelId="{9012A809-F0FA-4C6F-9FE0-81F7ED24DB3A}">
      <dgm:prSet/>
      <dgm:spPr/>
      <dgm:t>
        <a:bodyPr/>
        <a:lstStyle/>
        <a:p>
          <a:r>
            <a:rPr lang="en-US"/>
            <a:t>Research question</a:t>
          </a:r>
        </a:p>
      </dgm:t>
    </dgm:pt>
    <dgm:pt modelId="{6FE22961-4531-49D9-A869-1242FC0BEB68}" type="parTrans" cxnId="{21758FDD-8AE9-42BE-8CE4-529187F783AF}">
      <dgm:prSet/>
      <dgm:spPr/>
      <dgm:t>
        <a:bodyPr/>
        <a:lstStyle/>
        <a:p>
          <a:endParaRPr lang="en-US"/>
        </a:p>
      </dgm:t>
    </dgm:pt>
    <dgm:pt modelId="{74CE2CA3-5744-473D-BBA6-8816580FF5C8}" type="sibTrans" cxnId="{21758FDD-8AE9-42BE-8CE4-529187F783AF}">
      <dgm:prSet/>
      <dgm:spPr/>
      <dgm:t>
        <a:bodyPr/>
        <a:lstStyle/>
        <a:p>
          <a:endParaRPr lang="en-US"/>
        </a:p>
      </dgm:t>
    </dgm:pt>
    <dgm:pt modelId="{43DC02EF-1333-4C2B-9716-B5603FD66C7B}">
      <dgm:prSet/>
      <dgm:spPr/>
      <dgm:t>
        <a:bodyPr/>
        <a:lstStyle/>
        <a:p>
          <a:r>
            <a:rPr lang="en-US"/>
            <a:t>Method</a:t>
          </a:r>
        </a:p>
      </dgm:t>
    </dgm:pt>
    <dgm:pt modelId="{015E9DCB-4698-4EB4-9443-9507D3526BFC}" type="parTrans" cxnId="{872BD7F9-466C-4D55-926C-B755AA31C431}">
      <dgm:prSet/>
      <dgm:spPr/>
      <dgm:t>
        <a:bodyPr/>
        <a:lstStyle/>
        <a:p>
          <a:endParaRPr lang="en-US"/>
        </a:p>
      </dgm:t>
    </dgm:pt>
    <dgm:pt modelId="{1C27A25F-0BCE-4011-BBCF-C9D98F37F1C5}" type="sibTrans" cxnId="{872BD7F9-466C-4D55-926C-B755AA31C431}">
      <dgm:prSet/>
      <dgm:spPr/>
      <dgm:t>
        <a:bodyPr/>
        <a:lstStyle/>
        <a:p>
          <a:endParaRPr lang="en-US"/>
        </a:p>
      </dgm:t>
    </dgm:pt>
    <dgm:pt modelId="{35189D12-BC5D-4171-BC6F-5F7A30DBDDB8}">
      <dgm:prSet/>
      <dgm:spPr/>
      <dgm:t>
        <a:bodyPr/>
        <a:lstStyle/>
        <a:p>
          <a:r>
            <a:rPr lang="en-US" dirty="0"/>
            <a:t>Model</a:t>
          </a:r>
        </a:p>
      </dgm:t>
    </dgm:pt>
    <dgm:pt modelId="{6FE96127-3FA3-432D-9E5A-3027BF064ABE}" type="parTrans" cxnId="{F4EC8453-E27A-43B5-B4CA-0205FF74F400}">
      <dgm:prSet/>
      <dgm:spPr/>
      <dgm:t>
        <a:bodyPr/>
        <a:lstStyle/>
        <a:p>
          <a:endParaRPr lang="en-US"/>
        </a:p>
      </dgm:t>
    </dgm:pt>
    <dgm:pt modelId="{31931E5F-5CD2-417D-9CFC-EB8596D5DCC8}" type="sibTrans" cxnId="{F4EC8453-E27A-43B5-B4CA-0205FF74F400}">
      <dgm:prSet/>
      <dgm:spPr/>
      <dgm:t>
        <a:bodyPr/>
        <a:lstStyle/>
        <a:p>
          <a:endParaRPr lang="en-US"/>
        </a:p>
      </dgm:t>
    </dgm:pt>
    <dgm:pt modelId="{AFF1C21D-961E-4106-B513-276D9BD570B3}">
      <dgm:prSet/>
      <dgm:spPr/>
      <dgm:t>
        <a:bodyPr/>
        <a:lstStyle/>
        <a:p>
          <a:r>
            <a:rPr lang="en-US"/>
            <a:t>Datasets</a:t>
          </a:r>
        </a:p>
      </dgm:t>
    </dgm:pt>
    <dgm:pt modelId="{BD14D860-9FA0-47B3-9E70-8E1543F99DC6}" type="parTrans" cxnId="{0C8F70C2-4473-43FF-8152-0D69B0D1E808}">
      <dgm:prSet/>
      <dgm:spPr/>
      <dgm:t>
        <a:bodyPr/>
        <a:lstStyle/>
        <a:p>
          <a:endParaRPr lang="en-US"/>
        </a:p>
      </dgm:t>
    </dgm:pt>
    <dgm:pt modelId="{F734FE50-7E32-4DE9-B17E-DCB66E5C4282}" type="sibTrans" cxnId="{0C8F70C2-4473-43FF-8152-0D69B0D1E808}">
      <dgm:prSet/>
      <dgm:spPr/>
      <dgm:t>
        <a:bodyPr/>
        <a:lstStyle/>
        <a:p>
          <a:endParaRPr lang="en-US"/>
        </a:p>
      </dgm:t>
    </dgm:pt>
    <dgm:pt modelId="{8E5A8ACE-6D4C-4051-8AD7-02447C5FBDA5}">
      <dgm:prSet/>
      <dgm:spPr/>
      <dgm:t>
        <a:bodyPr/>
        <a:lstStyle/>
        <a:p>
          <a:r>
            <a:rPr lang="en-US"/>
            <a:t>Preliminary results</a:t>
          </a:r>
        </a:p>
      </dgm:t>
    </dgm:pt>
    <dgm:pt modelId="{EFEA8247-96C5-40EA-A622-20C84F4BDF93}" type="parTrans" cxnId="{9C823E45-C8EF-4354-9B94-641FA15D0FC7}">
      <dgm:prSet/>
      <dgm:spPr/>
      <dgm:t>
        <a:bodyPr/>
        <a:lstStyle/>
        <a:p>
          <a:endParaRPr lang="en-US"/>
        </a:p>
      </dgm:t>
    </dgm:pt>
    <dgm:pt modelId="{3F3CEA31-F502-435D-AC90-A3CAF173F694}" type="sibTrans" cxnId="{9C823E45-C8EF-4354-9B94-641FA15D0FC7}">
      <dgm:prSet/>
      <dgm:spPr/>
      <dgm:t>
        <a:bodyPr/>
        <a:lstStyle/>
        <a:p>
          <a:endParaRPr lang="en-US"/>
        </a:p>
      </dgm:t>
    </dgm:pt>
    <dgm:pt modelId="{3BDB943E-7839-41A7-A63C-6F106A9B4F72}">
      <dgm:prSet/>
      <dgm:spPr/>
      <dgm:t>
        <a:bodyPr/>
        <a:lstStyle/>
        <a:p>
          <a:r>
            <a:rPr lang="en-US"/>
            <a:t>Discussion</a:t>
          </a:r>
        </a:p>
      </dgm:t>
    </dgm:pt>
    <dgm:pt modelId="{50CC9204-804D-49CB-A3AB-980F8CF6FFF6}" type="parTrans" cxnId="{6AB1BAAB-7E50-4B5F-A304-229DA9ED09EE}">
      <dgm:prSet/>
      <dgm:spPr/>
      <dgm:t>
        <a:bodyPr/>
        <a:lstStyle/>
        <a:p>
          <a:endParaRPr lang="en-US"/>
        </a:p>
      </dgm:t>
    </dgm:pt>
    <dgm:pt modelId="{D09E6715-3A7B-4526-992C-2B1F2EA650DF}" type="sibTrans" cxnId="{6AB1BAAB-7E50-4B5F-A304-229DA9ED09EE}">
      <dgm:prSet/>
      <dgm:spPr/>
      <dgm:t>
        <a:bodyPr/>
        <a:lstStyle/>
        <a:p>
          <a:endParaRPr lang="en-US"/>
        </a:p>
      </dgm:t>
    </dgm:pt>
    <dgm:pt modelId="{05C16BA3-2DD2-4A7F-B6EF-97568A020B27}" type="pres">
      <dgm:prSet presAssocID="{F3236981-BC40-4B13-ABD9-50C8C2CBDFCD}" presName="root" presStyleCnt="0">
        <dgm:presLayoutVars>
          <dgm:dir/>
          <dgm:resizeHandles val="exact"/>
        </dgm:presLayoutVars>
      </dgm:prSet>
      <dgm:spPr/>
    </dgm:pt>
    <dgm:pt modelId="{68A6BF89-3C72-4C9F-8D46-7D5B574B79F3}" type="pres">
      <dgm:prSet presAssocID="{E249F307-CF96-4888-BA7A-A8D700F6EDFD}" presName="compNode" presStyleCnt="0"/>
      <dgm:spPr/>
    </dgm:pt>
    <dgm:pt modelId="{90000A4D-97D3-4653-BE4E-DF816BE29AD5}" type="pres">
      <dgm:prSet presAssocID="{E249F307-CF96-4888-BA7A-A8D700F6EDFD}" presName="bgRect" presStyleLbl="bgShp" presStyleIdx="0" presStyleCnt="5"/>
      <dgm:spPr/>
    </dgm:pt>
    <dgm:pt modelId="{AF256EB0-008D-4BA0-8784-0A6704C9109A}" type="pres">
      <dgm:prSet presAssocID="{E249F307-CF96-4888-BA7A-A8D700F6ED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11F56300-B230-43EF-83E6-7C927684BE46}" type="pres">
      <dgm:prSet presAssocID="{E249F307-CF96-4888-BA7A-A8D700F6EDFD}" presName="spaceRect" presStyleCnt="0"/>
      <dgm:spPr/>
    </dgm:pt>
    <dgm:pt modelId="{2DE6EF00-CEE7-49AF-8417-98C6857B70FB}" type="pres">
      <dgm:prSet presAssocID="{E249F307-CF96-4888-BA7A-A8D700F6EDFD}" presName="parTx" presStyleLbl="revTx" presStyleIdx="0" presStyleCnt="6">
        <dgm:presLayoutVars>
          <dgm:chMax val="0"/>
          <dgm:chPref val="0"/>
        </dgm:presLayoutVars>
      </dgm:prSet>
      <dgm:spPr/>
    </dgm:pt>
    <dgm:pt modelId="{E7D139F0-38B1-424E-8E85-70B21B14ABCA}" type="pres">
      <dgm:prSet presAssocID="{BF4624FF-BFB2-4C8C-AFCC-47841EEDA009}" presName="sibTrans" presStyleCnt="0"/>
      <dgm:spPr/>
    </dgm:pt>
    <dgm:pt modelId="{70494D85-9820-450B-B17B-BCF554766C99}" type="pres">
      <dgm:prSet presAssocID="{9012A809-F0FA-4C6F-9FE0-81F7ED24DB3A}" presName="compNode" presStyleCnt="0"/>
      <dgm:spPr/>
    </dgm:pt>
    <dgm:pt modelId="{6188473D-7CCC-4359-8903-7A000383B1E2}" type="pres">
      <dgm:prSet presAssocID="{9012A809-F0FA-4C6F-9FE0-81F7ED24DB3A}" presName="bgRect" presStyleLbl="bgShp" presStyleIdx="1" presStyleCnt="5"/>
      <dgm:spPr/>
    </dgm:pt>
    <dgm:pt modelId="{529140CF-163F-4284-88CC-A5EDB144ED27}" type="pres">
      <dgm:prSet presAssocID="{9012A809-F0FA-4C6F-9FE0-81F7ED24DB3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DE0314EB-8A2A-4781-AAD8-5191F69C5670}" type="pres">
      <dgm:prSet presAssocID="{9012A809-F0FA-4C6F-9FE0-81F7ED24DB3A}" presName="spaceRect" presStyleCnt="0"/>
      <dgm:spPr/>
    </dgm:pt>
    <dgm:pt modelId="{8806EC59-0772-41CC-9B1F-330271D1A316}" type="pres">
      <dgm:prSet presAssocID="{9012A809-F0FA-4C6F-9FE0-81F7ED24DB3A}" presName="parTx" presStyleLbl="revTx" presStyleIdx="1" presStyleCnt="6">
        <dgm:presLayoutVars>
          <dgm:chMax val="0"/>
          <dgm:chPref val="0"/>
        </dgm:presLayoutVars>
      </dgm:prSet>
      <dgm:spPr/>
    </dgm:pt>
    <dgm:pt modelId="{267A9B52-15E3-462B-B8BC-1AD3166A493E}" type="pres">
      <dgm:prSet presAssocID="{74CE2CA3-5744-473D-BBA6-8816580FF5C8}" presName="sibTrans" presStyleCnt="0"/>
      <dgm:spPr/>
    </dgm:pt>
    <dgm:pt modelId="{827426FF-4F78-41CB-84C8-67192DDA22E7}" type="pres">
      <dgm:prSet presAssocID="{43DC02EF-1333-4C2B-9716-B5603FD66C7B}" presName="compNode" presStyleCnt="0"/>
      <dgm:spPr/>
    </dgm:pt>
    <dgm:pt modelId="{3B6DE4A2-74C9-40CB-91F5-8B33610FF7E4}" type="pres">
      <dgm:prSet presAssocID="{43DC02EF-1333-4C2B-9716-B5603FD66C7B}" presName="bgRect" presStyleLbl="bgShp" presStyleIdx="2" presStyleCnt="5"/>
      <dgm:spPr/>
    </dgm:pt>
    <dgm:pt modelId="{952A1198-0743-4D73-BA94-FB51FF0152EE}" type="pres">
      <dgm:prSet presAssocID="{43DC02EF-1333-4C2B-9716-B5603FD66C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C8BB6A7-A627-4969-889E-B9136DBD9DD9}" type="pres">
      <dgm:prSet presAssocID="{43DC02EF-1333-4C2B-9716-B5603FD66C7B}" presName="spaceRect" presStyleCnt="0"/>
      <dgm:spPr/>
    </dgm:pt>
    <dgm:pt modelId="{EE2D5CA3-FD57-44AB-91C2-187C570B6EA1}" type="pres">
      <dgm:prSet presAssocID="{43DC02EF-1333-4C2B-9716-B5603FD66C7B}" presName="parTx" presStyleLbl="revTx" presStyleIdx="2" presStyleCnt="6">
        <dgm:presLayoutVars>
          <dgm:chMax val="0"/>
          <dgm:chPref val="0"/>
        </dgm:presLayoutVars>
      </dgm:prSet>
      <dgm:spPr/>
    </dgm:pt>
    <dgm:pt modelId="{42613308-C07D-46DD-AEFF-CFF6F9BCAE13}" type="pres">
      <dgm:prSet presAssocID="{43DC02EF-1333-4C2B-9716-B5603FD66C7B}" presName="desTx" presStyleLbl="revTx" presStyleIdx="3" presStyleCnt="6" custScaleX="92714" custScaleY="82348">
        <dgm:presLayoutVars/>
      </dgm:prSet>
      <dgm:spPr/>
    </dgm:pt>
    <dgm:pt modelId="{98616424-A292-458B-A048-11800568F93E}" type="pres">
      <dgm:prSet presAssocID="{1C27A25F-0BCE-4011-BBCF-C9D98F37F1C5}" presName="sibTrans" presStyleCnt="0"/>
      <dgm:spPr/>
    </dgm:pt>
    <dgm:pt modelId="{DC696245-5B00-4BE6-83E1-02B99BDC3FE1}" type="pres">
      <dgm:prSet presAssocID="{8E5A8ACE-6D4C-4051-8AD7-02447C5FBDA5}" presName="compNode" presStyleCnt="0"/>
      <dgm:spPr/>
    </dgm:pt>
    <dgm:pt modelId="{447D7950-AC85-4744-BE71-F28238BA5687}" type="pres">
      <dgm:prSet presAssocID="{8E5A8ACE-6D4C-4051-8AD7-02447C5FBDA5}" presName="bgRect" presStyleLbl="bgShp" presStyleIdx="3" presStyleCnt="5"/>
      <dgm:spPr/>
    </dgm:pt>
    <dgm:pt modelId="{2E5D58DD-7506-41CD-9CB4-317547C60FD0}" type="pres">
      <dgm:prSet presAssocID="{8E5A8ACE-6D4C-4051-8AD7-02447C5FBDA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Case"/>
        </a:ext>
      </dgm:extLst>
    </dgm:pt>
    <dgm:pt modelId="{F5D1FCD6-595D-4895-84E6-45C2CC65E502}" type="pres">
      <dgm:prSet presAssocID="{8E5A8ACE-6D4C-4051-8AD7-02447C5FBDA5}" presName="spaceRect" presStyleCnt="0"/>
      <dgm:spPr/>
    </dgm:pt>
    <dgm:pt modelId="{A5E6041D-0B4C-42CC-BC24-F08FBD0FEBCF}" type="pres">
      <dgm:prSet presAssocID="{8E5A8ACE-6D4C-4051-8AD7-02447C5FBDA5}" presName="parTx" presStyleLbl="revTx" presStyleIdx="4" presStyleCnt="6">
        <dgm:presLayoutVars>
          <dgm:chMax val="0"/>
          <dgm:chPref val="0"/>
        </dgm:presLayoutVars>
      </dgm:prSet>
      <dgm:spPr/>
    </dgm:pt>
    <dgm:pt modelId="{BCD6656B-8CDF-453F-96B1-857FC3F3BEAD}" type="pres">
      <dgm:prSet presAssocID="{3F3CEA31-F502-435D-AC90-A3CAF173F694}" presName="sibTrans" presStyleCnt="0"/>
      <dgm:spPr/>
    </dgm:pt>
    <dgm:pt modelId="{01449FF4-154A-4560-A938-B5074033C464}" type="pres">
      <dgm:prSet presAssocID="{3BDB943E-7839-41A7-A63C-6F106A9B4F72}" presName="compNode" presStyleCnt="0"/>
      <dgm:spPr/>
    </dgm:pt>
    <dgm:pt modelId="{66105DD3-37AB-4A99-834B-6D1B32CD1D59}" type="pres">
      <dgm:prSet presAssocID="{3BDB943E-7839-41A7-A63C-6F106A9B4F72}" presName="bgRect" presStyleLbl="bgShp" presStyleIdx="4" presStyleCnt="5"/>
      <dgm:spPr/>
    </dgm:pt>
    <dgm:pt modelId="{EC114E36-9114-4637-A2AF-6246237DB5D6}" type="pres">
      <dgm:prSet presAssocID="{3BDB943E-7839-41A7-A63C-6F106A9B4F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"/>
        </a:ext>
      </dgm:extLst>
    </dgm:pt>
    <dgm:pt modelId="{2E5EACFA-0213-40FF-AB85-5B7E9DD4859F}" type="pres">
      <dgm:prSet presAssocID="{3BDB943E-7839-41A7-A63C-6F106A9B4F72}" presName="spaceRect" presStyleCnt="0"/>
      <dgm:spPr/>
    </dgm:pt>
    <dgm:pt modelId="{45173A9D-09F3-480E-BA62-F42234C581B4}" type="pres">
      <dgm:prSet presAssocID="{3BDB943E-7839-41A7-A63C-6F106A9B4F7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68E9434-BF3A-4F82-9A08-7AFD2BC53591}" type="presOf" srcId="{AFF1C21D-961E-4106-B513-276D9BD570B3}" destId="{42613308-C07D-46DD-AEFF-CFF6F9BCAE13}" srcOrd="0" destOrd="1" presId="urn:microsoft.com/office/officeart/2018/2/layout/IconVerticalSolidList"/>
    <dgm:cxn modelId="{9C823E45-C8EF-4354-9B94-641FA15D0FC7}" srcId="{F3236981-BC40-4B13-ABD9-50C8C2CBDFCD}" destId="{8E5A8ACE-6D4C-4051-8AD7-02447C5FBDA5}" srcOrd="3" destOrd="0" parTransId="{EFEA8247-96C5-40EA-A622-20C84F4BDF93}" sibTransId="{3F3CEA31-F502-435D-AC90-A3CAF173F694}"/>
    <dgm:cxn modelId="{F4EC8453-E27A-43B5-B4CA-0205FF74F400}" srcId="{43DC02EF-1333-4C2B-9716-B5603FD66C7B}" destId="{35189D12-BC5D-4171-BC6F-5F7A30DBDDB8}" srcOrd="0" destOrd="0" parTransId="{6FE96127-3FA3-432D-9E5A-3027BF064ABE}" sibTransId="{31931E5F-5CD2-417D-9CFC-EB8596D5DCC8}"/>
    <dgm:cxn modelId="{6990CD55-8CFE-4B35-A1ED-18F3DB2E39CA}" type="presOf" srcId="{3BDB943E-7839-41A7-A63C-6F106A9B4F72}" destId="{45173A9D-09F3-480E-BA62-F42234C581B4}" srcOrd="0" destOrd="0" presId="urn:microsoft.com/office/officeart/2018/2/layout/IconVerticalSolidList"/>
    <dgm:cxn modelId="{8C95ED9C-30F9-4F01-B7E7-4FBB8163C398}" srcId="{F3236981-BC40-4B13-ABD9-50C8C2CBDFCD}" destId="{E249F307-CF96-4888-BA7A-A8D700F6EDFD}" srcOrd="0" destOrd="0" parTransId="{8C37C774-3F5D-44EF-9EEA-3F7A6BC97093}" sibTransId="{BF4624FF-BFB2-4C8C-AFCC-47841EEDA009}"/>
    <dgm:cxn modelId="{F77DBFA7-9D0D-424C-861D-9F220B9E5ECA}" type="presOf" srcId="{35189D12-BC5D-4171-BC6F-5F7A30DBDDB8}" destId="{42613308-C07D-46DD-AEFF-CFF6F9BCAE13}" srcOrd="0" destOrd="0" presId="urn:microsoft.com/office/officeart/2018/2/layout/IconVerticalSolidList"/>
    <dgm:cxn modelId="{6AB1BAAB-7E50-4B5F-A304-229DA9ED09EE}" srcId="{F3236981-BC40-4B13-ABD9-50C8C2CBDFCD}" destId="{3BDB943E-7839-41A7-A63C-6F106A9B4F72}" srcOrd="4" destOrd="0" parTransId="{50CC9204-804D-49CB-A3AB-980F8CF6FFF6}" sibTransId="{D09E6715-3A7B-4526-992C-2B1F2EA650DF}"/>
    <dgm:cxn modelId="{9F7B09B3-4913-4D59-8EFC-8CCE79D7158A}" type="presOf" srcId="{43DC02EF-1333-4C2B-9716-B5603FD66C7B}" destId="{EE2D5CA3-FD57-44AB-91C2-187C570B6EA1}" srcOrd="0" destOrd="0" presId="urn:microsoft.com/office/officeart/2018/2/layout/IconVerticalSolidList"/>
    <dgm:cxn modelId="{0C8F70C2-4473-43FF-8152-0D69B0D1E808}" srcId="{43DC02EF-1333-4C2B-9716-B5603FD66C7B}" destId="{AFF1C21D-961E-4106-B513-276D9BD570B3}" srcOrd="1" destOrd="0" parTransId="{BD14D860-9FA0-47B3-9E70-8E1543F99DC6}" sibTransId="{F734FE50-7E32-4DE9-B17E-DCB66E5C4282}"/>
    <dgm:cxn modelId="{E7384CC6-A3A0-4F81-9AC2-4199ECDB3A1E}" type="presOf" srcId="{8E5A8ACE-6D4C-4051-8AD7-02447C5FBDA5}" destId="{A5E6041D-0B4C-42CC-BC24-F08FBD0FEBCF}" srcOrd="0" destOrd="0" presId="urn:microsoft.com/office/officeart/2018/2/layout/IconVerticalSolidList"/>
    <dgm:cxn modelId="{5A57B8D6-A08D-4A50-B851-6A11A3260DF3}" type="presOf" srcId="{E249F307-CF96-4888-BA7A-A8D700F6EDFD}" destId="{2DE6EF00-CEE7-49AF-8417-98C6857B70FB}" srcOrd="0" destOrd="0" presId="urn:microsoft.com/office/officeart/2018/2/layout/IconVerticalSolidList"/>
    <dgm:cxn modelId="{21758FDD-8AE9-42BE-8CE4-529187F783AF}" srcId="{F3236981-BC40-4B13-ABD9-50C8C2CBDFCD}" destId="{9012A809-F0FA-4C6F-9FE0-81F7ED24DB3A}" srcOrd="1" destOrd="0" parTransId="{6FE22961-4531-49D9-A869-1242FC0BEB68}" sibTransId="{74CE2CA3-5744-473D-BBA6-8816580FF5C8}"/>
    <dgm:cxn modelId="{444E44E4-5497-4FBD-B554-EB1788D92753}" type="presOf" srcId="{F3236981-BC40-4B13-ABD9-50C8C2CBDFCD}" destId="{05C16BA3-2DD2-4A7F-B6EF-97568A020B27}" srcOrd="0" destOrd="0" presId="urn:microsoft.com/office/officeart/2018/2/layout/IconVerticalSolidList"/>
    <dgm:cxn modelId="{695987E4-B4F4-47DE-BA2E-8FC7613D1680}" type="presOf" srcId="{9012A809-F0FA-4C6F-9FE0-81F7ED24DB3A}" destId="{8806EC59-0772-41CC-9B1F-330271D1A316}" srcOrd="0" destOrd="0" presId="urn:microsoft.com/office/officeart/2018/2/layout/IconVerticalSolidList"/>
    <dgm:cxn modelId="{872BD7F9-466C-4D55-926C-B755AA31C431}" srcId="{F3236981-BC40-4B13-ABD9-50C8C2CBDFCD}" destId="{43DC02EF-1333-4C2B-9716-B5603FD66C7B}" srcOrd="2" destOrd="0" parTransId="{015E9DCB-4698-4EB4-9443-9507D3526BFC}" sibTransId="{1C27A25F-0BCE-4011-BBCF-C9D98F37F1C5}"/>
    <dgm:cxn modelId="{DCEA697E-5869-435F-B053-BE02B9DE6E76}" type="presParOf" srcId="{05C16BA3-2DD2-4A7F-B6EF-97568A020B27}" destId="{68A6BF89-3C72-4C9F-8D46-7D5B574B79F3}" srcOrd="0" destOrd="0" presId="urn:microsoft.com/office/officeart/2018/2/layout/IconVerticalSolidList"/>
    <dgm:cxn modelId="{D6FF0F87-3E8B-48AC-9AA7-3FCBF683CAF9}" type="presParOf" srcId="{68A6BF89-3C72-4C9F-8D46-7D5B574B79F3}" destId="{90000A4D-97D3-4653-BE4E-DF816BE29AD5}" srcOrd="0" destOrd="0" presId="urn:microsoft.com/office/officeart/2018/2/layout/IconVerticalSolidList"/>
    <dgm:cxn modelId="{88E592A2-82EE-4E3B-B1FA-1B4AA8021F27}" type="presParOf" srcId="{68A6BF89-3C72-4C9F-8D46-7D5B574B79F3}" destId="{AF256EB0-008D-4BA0-8784-0A6704C9109A}" srcOrd="1" destOrd="0" presId="urn:microsoft.com/office/officeart/2018/2/layout/IconVerticalSolidList"/>
    <dgm:cxn modelId="{6A4DE0AB-5AF2-49F9-B866-FE64F85F00BF}" type="presParOf" srcId="{68A6BF89-3C72-4C9F-8D46-7D5B574B79F3}" destId="{11F56300-B230-43EF-83E6-7C927684BE46}" srcOrd="2" destOrd="0" presId="urn:microsoft.com/office/officeart/2018/2/layout/IconVerticalSolidList"/>
    <dgm:cxn modelId="{130F294B-F006-4D79-BFC6-87FCCACB324E}" type="presParOf" srcId="{68A6BF89-3C72-4C9F-8D46-7D5B574B79F3}" destId="{2DE6EF00-CEE7-49AF-8417-98C6857B70FB}" srcOrd="3" destOrd="0" presId="urn:microsoft.com/office/officeart/2018/2/layout/IconVerticalSolidList"/>
    <dgm:cxn modelId="{3B592056-F2C4-4CB8-B5B2-F992DFA0D21E}" type="presParOf" srcId="{05C16BA3-2DD2-4A7F-B6EF-97568A020B27}" destId="{E7D139F0-38B1-424E-8E85-70B21B14ABCA}" srcOrd="1" destOrd="0" presId="urn:microsoft.com/office/officeart/2018/2/layout/IconVerticalSolidList"/>
    <dgm:cxn modelId="{BEE19CFD-1572-4E1F-9BC4-73E625C80C9E}" type="presParOf" srcId="{05C16BA3-2DD2-4A7F-B6EF-97568A020B27}" destId="{70494D85-9820-450B-B17B-BCF554766C99}" srcOrd="2" destOrd="0" presId="urn:microsoft.com/office/officeart/2018/2/layout/IconVerticalSolidList"/>
    <dgm:cxn modelId="{90BC043E-7015-4DD0-B027-AC845803BCB4}" type="presParOf" srcId="{70494D85-9820-450B-B17B-BCF554766C99}" destId="{6188473D-7CCC-4359-8903-7A000383B1E2}" srcOrd="0" destOrd="0" presId="urn:microsoft.com/office/officeart/2018/2/layout/IconVerticalSolidList"/>
    <dgm:cxn modelId="{50FCA940-6B90-4F63-9D45-59B856E56587}" type="presParOf" srcId="{70494D85-9820-450B-B17B-BCF554766C99}" destId="{529140CF-163F-4284-88CC-A5EDB144ED27}" srcOrd="1" destOrd="0" presId="urn:microsoft.com/office/officeart/2018/2/layout/IconVerticalSolidList"/>
    <dgm:cxn modelId="{961347D2-1D5D-4F77-91CA-FBE15D91C566}" type="presParOf" srcId="{70494D85-9820-450B-B17B-BCF554766C99}" destId="{DE0314EB-8A2A-4781-AAD8-5191F69C5670}" srcOrd="2" destOrd="0" presId="urn:microsoft.com/office/officeart/2018/2/layout/IconVerticalSolidList"/>
    <dgm:cxn modelId="{FE1DA694-D3BE-40DB-9F33-BE4E6C612295}" type="presParOf" srcId="{70494D85-9820-450B-B17B-BCF554766C99}" destId="{8806EC59-0772-41CC-9B1F-330271D1A316}" srcOrd="3" destOrd="0" presId="urn:microsoft.com/office/officeart/2018/2/layout/IconVerticalSolidList"/>
    <dgm:cxn modelId="{41CB93B9-B3B4-481E-B93C-70C9FA5D15A6}" type="presParOf" srcId="{05C16BA3-2DD2-4A7F-B6EF-97568A020B27}" destId="{267A9B52-15E3-462B-B8BC-1AD3166A493E}" srcOrd="3" destOrd="0" presId="urn:microsoft.com/office/officeart/2018/2/layout/IconVerticalSolidList"/>
    <dgm:cxn modelId="{801369B6-7589-4F6E-BCFC-A75FE15AA680}" type="presParOf" srcId="{05C16BA3-2DD2-4A7F-B6EF-97568A020B27}" destId="{827426FF-4F78-41CB-84C8-67192DDA22E7}" srcOrd="4" destOrd="0" presId="urn:microsoft.com/office/officeart/2018/2/layout/IconVerticalSolidList"/>
    <dgm:cxn modelId="{89D53225-1788-428F-A419-AB6DC8565D94}" type="presParOf" srcId="{827426FF-4F78-41CB-84C8-67192DDA22E7}" destId="{3B6DE4A2-74C9-40CB-91F5-8B33610FF7E4}" srcOrd="0" destOrd="0" presId="urn:microsoft.com/office/officeart/2018/2/layout/IconVerticalSolidList"/>
    <dgm:cxn modelId="{CA7C50C5-9361-4CAC-A423-04FC2491194F}" type="presParOf" srcId="{827426FF-4F78-41CB-84C8-67192DDA22E7}" destId="{952A1198-0743-4D73-BA94-FB51FF0152EE}" srcOrd="1" destOrd="0" presId="urn:microsoft.com/office/officeart/2018/2/layout/IconVerticalSolidList"/>
    <dgm:cxn modelId="{202D5FCF-2ED8-40C5-A883-6485778052D9}" type="presParOf" srcId="{827426FF-4F78-41CB-84C8-67192DDA22E7}" destId="{4C8BB6A7-A627-4969-889E-B9136DBD9DD9}" srcOrd="2" destOrd="0" presId="urn:microsoft.com/office/officeart/2018/2/layout/IconVerticalSolidList"/>
    <dgm:cxn modelId="{D95630B4-636B-439F-9C15-52D2AE995713}" type="presParOf" srcId="{827426FF-4F78-41CB-84C8-67192DDA22E7}" destId="{EE2D5CA3-FD57-44AB-91C2-187C570B6EA1}" srcOrd="3" destOrd="0" presId="urn:microsoft.com/office/officeart/2018/2/layout/IconVerticalSolidList"/>
    <dgm:cxn modelId="{B78A0FBE-BEE6-41AE-85BC-0F34B14C6C90}" type="presParOf" srcId="{827426FF-4F78-41CB-84C8-67192DDA22E7}" destId="{42613308-C07D-46DD-AEFF-CFF6F9BCAE13}" srcOrd="4" destOrd="0" presId="urn:microsoft.com/office/officeart/2018/2/layout/IconVerticalSolidList"/>
    <dgm:cxn modelId="{7B637CD9-0B62-4BD2-AACD-876F89A3A61C}" type="presParOf" srcId="{05C16BA3-2DD2-4A7F-B6EF-97568A020B27}" destId="{98616424-A292-458B-A048-11800568F93E}" srcOrd="5" destOrd="0" presId="urn:microsoft.com/office/officeart/2018/2/layout/IconVerticalSolidList"/>
    <dgm:cxn modelId="{F454FF47-1ACD-4067-9A37-27943ADAB1E7}" type="presParOf" srcId="{05C16BA3-2DD2-4A7F-B6EF-97568A020B27}" destId="{DC696245-5B00-4BE6-83E1-02B99BDC3FE1}" srcOrd="6" destOrd="0" presId="urn:microsoft.com/office/officeart/2018/2/layout/IconVerticalSolidList"/>
    <dgm:cxn modelId="{4D844263-B1F0-41D6-89F0-D03169CA1B49}" type="presParOf" srcId="{DC696245-5B00-4BE6-83E1-02B99BDC3FE1}" destId="{447D7950-AC85-4744-BE71-F28238BA5687}" srcOrd="0" destOrd="0" presId="urn:microsoft.com/office/officeart/2018/2/layout/IconVerticalSolidList"/>
    <dgm:cxn modelId="{198649E9-F4A5-4B6C-8B26-9C4F7959E135}" type="presParOf" srcId="{DC696245-5B00-4BE6-83E1-02B99BDC3FE1}" destId="{2E5D58DD-7506-41CD-9CB4-317547C60FD0}" srcOrd="1" destOrd="0" presId="urn:microsoft.com/office/officeart/2018/2/layout/IconVerticalSolidList"/>
    <dgm:cxn modelId="{B2DBCB30-134B-47B5-9D97-3DFB54570486}" type="presParOf" srcId="{DC696245-5B00-4BE6-83E1-02B99BDC3FE1}" destId="{F5D1FCD6-595D-4895-84E6-45C2CC65E502}" srcOrd="2" destOrd="0" presId="urn:microsoft.com/office/officeart/2018/2/layout/IconVerticalSolidList"/>
    <dgm:cxn modelId="{FF976A24-0303-4CD7-83DA-E76B54CC6013}" type="presParOf" srcId="{DC696245-5B00-4BE6-83E1-02B99BDC3FE1}" destId="{A5E6041D-0B4C-42CC-BC24-F08FBD0FEBCF}" srcOrd="3" destOrd="0" presId="urn:microsoft.com/office/officeart/2018/2/layout/IconVerticalSolidList"/>
    <dgm:cxn modelId="{F3FF1F3A-E13E-4C33-B4BA-1614C673B560}" type="presParOf" srcId="{05C16BA3-2DD2-4A7F-B6EF-97568A020B27}" destId="{BCD6656B-8CDF-453F-96B1-857FC3F3BEAD}" srcOrd="7" destOrd="0" presId="urn:microsoft.com/office/officeart/2018/2/layout/IconVerticalSolidList"/>
    <dgm:cxn modelId="{68037320-27BC-41FE-A043-F87CC43F580D}" type="presParOf" srcId="{05C16BA3-2DD2-4A7F-B6EF-97568A020B27}" destId="{01449FF4-154A-4560-A938-B5074033C464}" srcOrd="8" destOrd="0" presId="urn:microsoft.com/office/officeart/2018/2/layout/IconVerticalSolidList"/>
    <dgm:cxn modelId="{0ED0238A-BB4B-44FC-BC7F-8AB525B765B0}" type="presParOf" srcId="{01449FF4-154A-4560-A938-B5074033C464}" destId="{66105DD3-37AB-4A99-834B-6D1B32CD1D59}" srcOrd="0" destOrd="0" presId="urn:microsoft.com/office/officeart/2018/2/layout/IconVerticalSolidList"/>
    <dgm:cxn modelId="{E1F4A474-A094-48E3-9E79-D40B6A593030}" type="presParOf" srcId="{01449FF4-154A-4560-A938-B5074033C464}" destId="{EC114E36-9114-4637-A2AF-6246237DB5D6}" srcOrd="1" destOrd="0" presId="urn:microsoft.com/office/officeart/2018/2/layout/IconVerticalSolidList"/>
    <dgm:cxn modelId="{7DD77D7E-DF6A-406C-9C0F-265200332CCF}" type="presParOf" srcId="{01449FF4-154A-4560-A938-B5074033C464}" destId="{2E5EACFA-0213-40FF-AB85-5B7E9DD4859F}" srcOrd="2" destOrd="0" presId="urn:microsoft.com/office/officeart/2018/2/layout/IconVerticalSolidList"/>
    <dgm:cxn modelId="{47B1A362-9C59-442D-A3C2-43D6D554AD66}" type="presParOf" srcId="{01449FF4-154A-4560-A938-B5074033C464}" destId="{45173A9D-09F3-480E-BA62-F42234C581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00A4D-97D3-4653-BE4E-DF816BE29AD5}">
      <dsp:nvSpPr>
        <dsp:cNvPr id="0" name=""/>
        <dsp:cNvSpPr/>
      </dsp:nvSpPr>
      <dsp:spPr>
        <a:xfrm>
          <a:off x="0" y="4286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56EB0-008D-4BA0-8784-0A6704C9109A}">
      <dsp:nvSpPr>
        <dsp:cNvPr id="0" name=""/>
        <dsp:cNvSpPr/>
      </dsp:nvSpPr>
      <dsp:spPr>
        <a:xfrm>
          <a:off x="276173" y="209704"/>
          <a:ext cx="502134" cy="5021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6EF00-CEE7-49AF-8417-98C6857B70FB}">
      <dsp:nvSpPr>
        <dsp:cNvPr id="0" name=""/>
        <dsp:cNvSpPr/>
      </dsp:nvSpPr>
      <dsp:spPr>
        <a:xfrm>
          <a:off x="1054481" y="4286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Introduction</a:t>
          </a:r>
        </a:p>
      </dsp:txBody>
      <dsp:txXfrm>
        <a:off x="1054481" y="4286"/>
        <a:ext cx="5186187" cy="912971"/>
      </dsp:txXfrm>
    </dsp:sp>
    <dsp:sp modelId="{6188473D-7CCC-4359-8903-7A000383B1E2}">
      <dsp:nvSpPr>
        <dsp:cNvPr id="0" name=""/>
        <dsp:cNvSpPr/>
      </dsp:nvSpPr>
      <dsp:spPr>
        <a:xfrm>
          <a:off x="0" y="1145500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140CF-163F-4284-88CC-A5EDB144ED27}">
      <dsp:nvSpPr>
        <dsp:cNvPr id="0" name=""/>
        <dsp:cNvSpPr/>
      </dsp:nvSpPr>
      <dsp:spPr>
        <a:xfrm>
          <a:off x="276173" y="1350918"/>
          <a:ext cx="502134" cy="5021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6EC59-0772-41CC-9B1F-330271D1A316}">
      <dsp:nvSpPr>
        <dsp:cNvPr id="0" name=""/>
        <dsp:cNvSpPr/>
      </dsp:nvSpPr>
      <dsp:spPr>
        <a:xfrm>
          <a:off x="1054481" y="1145500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Research question</a:t>
          </a:r>
        </a:p>
      </dsp:txBody>
      <dsp:txXfrm>
        <a:off x="1054481" y="1145500"/>
        <a:ext cx="5186187" cy="912971"/>
      </dsp:txXfrm>
    </dsp:sp>
    <dsp:sp modelId="{3B6DE4A2-74C9-40CB-91F5-8B33610FF7E4}">
      <dsp:nvSpPr>
        <dsp:cNvPr id="0" name=""/>
        <dsp:cNvSpPr/>
      </dsp:nvSpPr>
      <dsp:spPr>
        <a:xfrm>
          <a:off x="0" y="2286714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A1198-0743-4D73-BA94-FB51FF0152EE}">
      <dsp:nvSpPr>
        <dsp:cNvPr id="0" name=""/>
        <dsp:cNvSpPr/>
      </dsp:nvSpPr>
      <dsp:spPr>
        <a:xfrm>
          <a:off x="276173" y="2492132"/>
          <a:ext cx="502134" cy="5021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D5CA3-FD57-44AB-91C2-187C570B6EA1}">
      <dsp:nvSpPr>
        <dsp:cNvPr id="0" name=""/>
        <dsp:cNvSpPr/>
      </dsp:nvSpPr>
      <dsp:spPr>
        <a:xfrm>
          <a:off x="1054481" y="2286714"/>
          <a:ext cx="2808301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Method</a:t>
          </a:r>
        </a:p>
      </dsp:txBody>
      <dsp:txXfrm>
        <a:off x="1054481" y="2286714"/>
        <a:ext cx="2808301" cy="912971"/>
      </dsp:txXfrm>
    </dsp:sp>
    <dsp:sp modelId="{42613308-C07D-46DD-AEFF-CFF6F9BCAE13}">
      <dsp:nvSpPr>
        <dsp:cNvPr id="0" name=""/>
        <dsp:cNvSpPr/>
      </dsp:nvSpPr>
      <dsp:spPr>
        <a:xfrm>
          <a:off x="3949409" y="2367293"/>
          <a:ext cx="2204633" cy="75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Datasets</a:t>
          </a:r>
        </a:p>
      </dsp:txBody>
      <dsp:txXfrm>
        <a:off x="3949409" y="2367293"/>
        <a:ext cx="2204633" cy="751813"/>
      </dsp:txXfrm>
    </dsp:sp>
    <dsp:sp modelId="{447D7950-AC85-4744-BE71-F28238BA5687}">
      <dsp:nvSpPr>
        <dsp:cNvPr id="0" name=""/>
        <dsp:cNvSpPr/>
      </dsp:nvSpPr>
      <dsp:spPr>
        <a:xfrm>
          <a:off x="0" y="3427928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D58DD-7506-41CD-9CB4-317547C60FD0}">
      <dsp:nvSpPr>
        <dsp:cNvPr id="0" name=""/>
        <dsp:cNvSpPr/>
      </dsp:nvSpPr>
      <dsp:spPr>
        <a:xfrm>
          <a:off x="276173" y="3633346"/>
          <a:ext cx="502134" cy="5021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6041D-0B4C-42CC-BC24-F08FBD0FEBCF}">
      <dsp:nvSpPr>
        <dsp:cNvPr id="0" name=""/>
        <dsp:cNvSpPr/>
      </dsp:nvSpPr>
      <dsp:spPr>
        <a:xfrm>
          <a:off x="1054481" y="3427928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Preliminary results</a:t>
          </a:r>
        </a:p>
      </dsp:txBody>
      <dsp:txXfrm>
        <a:off x="1054481" y="3427928"/>
        <a:ext cx="5186187" cy="912971"/>
      </dsp:txXfrm>
    </dsp:sp>
    <dsp:sp modelId="{66105DD3-37AB-4A99-834B-6D1B32CD1D59}">
      <dsp:nvSpPr>
        <dsp:cNvPr id="0" name=""/>
        <dsp:cNvSpPr/>
      </dsp:nvSpPr>
      <dsp:spPr>
        <a:xfrm>
          <a:off x="0" y="4569142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14E36-9114-4637-A2AF-6246237DB5D6}">
      <dsp:nvSpPr>
        <dsp:cNvPr id="0" name=""/>
        <dsp:cNvSpPr/>
      </dsp:nvSpPr>
      <dsp:spPr>
        <a:xfrm>
          <a:off x="276173" y="4774561"/>
          <a:ext cx="502134" cy="5021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73A9D-09F3-480E-BA62-F42234C581B4}">
      <dsp:nvSpPr>
        <dsp:cNvPr id="0" name=""/>
        <dsp:cNvSpPr/>
      </dsp:nvSpPr>
      <dsp:spPr>
        <a:xfrm>
          <a:off x="1054481" y="4569142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Discussion</a:t>
          </a:r>
        </a:p>
      </dsp:txBody>
      <dsp:txXfrm>
        <a:off x="1054481" y="4569142"/>
        <a:ext cx="5186187" cy="912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0B8E-A176-49F2-A3C1-FEDA0200170B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9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292D-4609-4E55-92E3-C12C6A1234E8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6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E0E29-2C79-4A2A-B61C-A21B8362A50A}" type="datetime2">
              <a:rPr lang="en-US" smtClean="0"/>
              <a:t>Friday, October 17, 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0177-5432-41AC-9593-8EC96BFF4F82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7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9A7B-B2F1-41A3-B969-4E25F618B967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0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8B79-F222-4FD1-8713-07459E1B5004}" type="datetime2">
              <a:rPr lang="en-US" smtClean="0"/>
              <a:t>Friday, October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2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30FD-0818-4065-B5FE-410552D9B1BC}" type="datetime2">
              <a:rPr lang="en-US" smtClean="0"/>
              <a:t>Friday, October 17,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13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D289-0EBF-40C7-B6E8-60285281F180}" type="datetime2">
              <a:rPr lang="en-US" smtClean="0"/>
              <a:t>Friday, October 17, 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9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A49D-4A7C-4944-9802-8EE0B5A6CEDD}" type="datetime2">
              <a:rPr lang="en-US" smtClean="0"/>
              <a:t>Friday, October 17,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DDD-3B11-4150-8B39-3662C10D8BF9}" type="datetime2">
              <a:rPr lang="en-US" smtClean="0"/>
              <a:t>Friday, October 17,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6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4CDC665-7415-4DAF-AE09-B9BBC1907393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1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955B3A-C08D-43E6-ABEF-A4F616FB6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9694A-8B4E-4127-9C08-9B8F39B6F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36E6B-D7EF-409B-B48D-1628C06E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3BC18-BA4F-F8E7-0CC1-5FB13FA24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899" y="3854831"/>
            <a:ext cx="5278995" cy="2156581"/>
          </a:xfrm>
        </p:spPr>
        <p:txBody>
          <a:bodyPr anchor="t">
            <a:normAutofit/>
          </a:bodyPr>
          <a:lstStyle/>
          <a:p>
            <a:pPr algn="l"/>
            <a:r>
              <a:rPr lang="en-US" sz="4800"/>
              <a:t>Symposium 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25D27-4C5D-0E3E-6810-848F4DD45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182" y="3854830"/>
            <a:ext cx="4700133" cy="2156579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Frank van der Velde</a:t>
            </a:r>
          </a:p>
          <a:p>
            <a:pPr algn="l"/>
            <a:r>
              <a:rPr lang="en-US" sz="2200" dirty="0"/>
              <a:t>Team 8</a:t>
            </a:r>
          </a:p>
          <a:p>
            <a:pPr algn="l"/>
            <a:r>
              <a:rPr lang="en-US" sz="2200" dirty="0"/>
              <a:t>17 October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D2053-BB10-4615-A38D-86EEC0D8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422144" cy="3599020"/>
          </a:xfrm>
          <a:prstGeom prst="rect">
            <a:avLst/>
          </a:prstGeom>
          <a:solidFill>
            <a:srgbClr val="E9EC70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5757F-4280-CBF2-DB7B-89E50C8A9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97" r="-1" b="23858"/>
          <a:stretch>
            <a:fillRect/>
          </a:stretch>
        </p:blipFill>
        <p:spPr>
          <a:xfrm>
            <a:off x="422145" y="10"/>
            <a:ext cx="11082529" cy="35990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2CC60F-C99A-48C5-856F-3C79856E9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E9EC7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2ED1C-4B10-41E7-9BF6-7447B99B9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E9EC7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48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99D947B-1B59-4322-8CF2-73E813419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Gray Rectangle">
            <a:extLst>
              <a:ext uri="{FF2B5EF4-FFF2-40B4-BE49-F238E27FC236}">
                <a16:creationId xmlns:a16="http://schemas.microsoft.com/office/drawing/2014/main" id="{D803427E-36C0-4811-BE64-ACF653F6A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White Rectangle">
            <a:extLst>
              <a:ext uri="{FF2B5EF4-FFF2-40B4-BE49-F238E27FC236}">
                <a16:creationId xmlns:a16="http://schemas.microsoft.com/office/drawing/2014/main" id="{D9231370-89C4-4981-8C91-A3F3D114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F27CA-A52B-E6F0-906C-F677A1B0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5" y="940910"/>
            <a:ext cx="4471588" cy="4976179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1C646-2B3B-A701-50BC-F42E1479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E69E03-4804-4553-A1EC-F089884EF50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3AE54-ED4D-4FB7-40DC-A3585978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2899" y="6217920"/>
            <a:ext cx="2743200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997BA6-BEF8-495F-ACCD-8D19769E4FC6}" type="datetime2">
              <a:rPr lang="en-US" smtClean="0"/>
              <a:pPr>
                <a:spcAft>
                  <a:spcPts val="600"/>
                </a:spcAft>
              </a:pPr>
              <a:t>Friday, October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CF8CD-2177-2113-D744-1C4202DD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943" y="6217920"/>
            <a:ext cx="4114800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cxnSp>
        <p:nvCxnSpPr>
          <p:cNvPr id="18" name="Vertical Connector">
            <a:extLst>
              <a:ext uri="{FF2B5EF4-FFF2-40B4-BE49-F238E27FC236}">
                <a16:creationId xmlns:a16="http://schemas.microsoft.com/office/drawing/2014/main" id="{474D4826-9FF4-4E17-AB42-146B76BD3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Horizontal Connector 2">
            <a:extLst>
              <a:ext uri="{FF2B5EF4-FFF2-40B4-BE49-F238E27FC236}">
                <a16:creationId xmlns:a16="http://schemas.microsoft.com/office/drawing/2014/main" id="{C5873965-CEB2-46E1-951E-037689B0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7E8412E-4546-A5BE-CBB9-63BC7EE25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478545"/>
              </p:ext>
            </p:extLst>
          </p:nvPr>
        </p:nvGraphicFramePr>
        <p:xfrm>
          <a:off x="5247020" y="699997"/>
          <a:ext cx="6240669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325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E0F5-FD59-0B5C-F336-9A24AD3F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CA66F-54F2-64A8-AE41-53BEACE5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this research</a:t>
            </a:r>
          </a:p>
          <a:p>
            <a:r>
              <a:rPr lang="en-US" dirty="0"/>
              <a:t>Hypothesis</a:t>
            </a:r>
          </a:p>
          <a:p>
            <a:r>
              <a:rPr lang="en-US" dirty="0"/>
              <a:t>Types of occlusions</a:t>
            </a:r>
          </a:p>
          <a:p>
            <a:pPr lvl="1"/>
            <a:r>
              <a:rPr lang="en-US" dirty="0"/>
              <a:t>Color</a:t>
            </a:r>
          </a:p>
          <a:p>
            <a:pPr lvl="1"/>
            <a:r>
              <a:rPr lang="en-US" dirty="0"/>
              <a:t>Texture</a:t>
            </a:r>
          </a:p>
          <a:p>
            <a:pPr lvl="1"/>
            <a:r>
              <a:rPr lang="en-US" dirty="0"/>
              <a:t>Brightness</a:t>
            </a:r>
          </a:p>
          <a:p>
            <a:pPr lvl="1"/>
            <a:r>
              <a:rPr lang="en-US" dirty="0"/>
              <a:t>Altering landmarks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84EB9-D8A9-7F57-C6D3-3F324713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4523E-4A81-0A1C-B9A6-E9A8D102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D199-A00D-4EAE-63FF-E6CF26AA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4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Background Gray Rectangle">
            <a:extLst>
              <a:ext uri="{FF2B5EF4-FFF2-40B4-BE49-F238E27FC236}">
                <a16:creationId xmlns:a16="http://schemas.microsoft.com/office/drawing/2014/main" id="{C2E786E4-A5E8-4249-B185-D4A08227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419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756A0-7714-494C-B70D-3EA1A2307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FB8294-5DA8-4320-95C0-2E49564FD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800"/>
            <a:ext cx="12190476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BBC56-6E32-4ED6-DEF7-652CEC02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039" y="691429"/>
            <a:ext cx="9213920" cy="27375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90C1-217C-AEF0-00F8-1382BC4C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039" y="3620467"/>
            <a:ext cx="9213911" cy="22222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/>
              <a:t>“The Impact of Makeup on Age Estimation Models AcrossEveryday, Synthetic, and Extreme Conditions”</a:t>
            </a:r>
            <a:br>
              <a:rPr lang="en-US"/>
            </a:b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4EAB-A956-ACE8-4940-454945D5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BE69E03-4804-4553-A1EC-F089884EF50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ED57D7-3283-4111-8331-20D63B7CB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59" y="68019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11628-FD9E-9FD7-5D9A-0347168A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2899" y="6217920"/>
            <a:ext cx="2743200" cy="64008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57997BA6-BEF8-495F-ACCD-8D19769E4FC6}" type="datetime2">
              <a:rPr lang="en-US" smtClean="0"/>
              <a:pPr>
                <a:spcAft>
                  <a:spcPts val="600"/>
                </a:spcAft>
              </a:pPr>
              <a:t>Friday, October 17, 2025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F369D5-F994-4512-9823-1596D8F3A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391C9-2BB4-5544-31DD-CB88061B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2376" y="6217920"/>
            <a:ext cx="7195367" cy="64008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743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700E-CAB2-3C8E-0281-F46CD3EA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-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A919-58AD-FC5E-73D6-A76CCD54E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MobileNetV3-small</a:t>
            </a:r>
          </a:p>
          <a:p>
            <a:pPr lvl="1"/>
            <a:r>
              <a:rPr lang="en-US" dirty="0"/>
              <a:t>Lightweight model</a:t>
            </a:r>
          </a:p>
          <a:p>
            <a:pPr lvl="1"/>
            <a:r>
              <a:rPr lang="en-US" dirty="0"/>
              <a:t>Fine tuned for age regression</a:t>
            </a:r>
          </a:p>
          <a:p>
            <a:pPr lvl="1"/>
            <a:r>
              <a:rPr lang="en-US" dirty="0"/>
              <a:t>Lightweight &amp; Fast</a:t>
            </a:r>
          </a:p>
          <a:p>
            <a:r>
              <a:rPr lang="en-US" dirty="0" err="1"/>
              <a:t>UTKFace</a:t>
            </a:r>
            <a:endParaRPr lang="en-US" dirty="0"/>
          </a:p>
          <a:p>
            <a:pPr lvl="1"/>
            <a:r>
              <a:rPr lang="en-US" dirty="0" err="1"/>
              <a:t>Populair</a:t>
            </a:r>
            <a:endParaRPr lang="en-US" dirty="0"/>
          </a:p>
          <a:p>
            <a:pPr lvl="1"/>
            <a:r>
              <a:rPr lang="en-US" dirty="0"/>
              <a:t>Often cited</a:t>
            </a:r>
          </a:p>
          <a:p>
            <a:r>
              <a:rPr lang="en-US" dirty="0"/>
              <a:t>Performance metric MAE</a:t>
            </a:r>
          </a:p>
          <a:p>
            <a:r>
              <a:rPr lang="en-GB" dirty="0"/>
              <a:t>MAE: 5.85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6F60-BF24-3F5E-6BFC-933E5D85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B6AAA-549F-8CC8-A560-B9D331D4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FA8F7-177D-386D-C158-AD4CF673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EED9F9-D004-A871-EA3A-CBAE56D7E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511" y="1419461"/>
            <a:ext cx="4795145" cy="383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0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335D9B3-B2C5-40E1-BFF9-E01D0DB42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E4840-838B-7CAF-B533-6CAE26714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0" y="540167"/>
            <a:ext cx="4028783" cy="2135867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tx1"/>
                </a:solidFill>
              </a:rPr>
              <a:t>Method -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B4D9-C5C7-1994-50D8-F1B0B662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E69E03-4804-4553-A1EC-F089884EF50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F6D6-5815-33B7-F40D-FAE5A362F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00" y="2880452"/>
            <a:ext cx="4028783" cy="309544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UTKFace</a:t>
            </a: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FFHQ Synthetic everyday makeup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Light makeup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Highlighting existing features</a:t>
            </a: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LADN Synthetic extreme makeup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Bright color changes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Hiding landmarks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Intense smoothing</a:t>
            </a: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Mini set natural makeup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Before &amp; After</a:t>
            </a:r>
          </a:p>
          <a:p>
            <a:pPr lvl="1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</a:rPr>
              <a:t>More noise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DACB2-5FDC-FFDD-5B75-B67FBAB7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2898" y="6217920"/>
            <a:ext cx="2743200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997BA6-BEF8-495F-ACCD-8D19769E4FC6}" type="datetime2">
              <a:rPr lang="en-US" smtClean="0"/>
              <a:pPr>
                <a:spcAft>
                  <a:spcPts val="600"/>
                </a:spcAft>
              </a:pPr>
              <a:t>Friday, October 17, 2025</a:t>
            </a:fld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D95061B-ADFC-4592-8BB1-0D542F6F6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042523" y="6081915"/>
            <a:ext cx="6460098" cy="781696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26" name="Picture 2" descr="The normal distribution HOG of UTKFace dataset representation">
            <a:extLst>
              <a:ext uri="{FF2B5EF4-FFF2-40B4-BE49-F238E27FC236}">
                <a16:creationId xmlns:a16="http://schemas.microsoft.com/office/drawing/2014/main" id="{71BB6896-9F1E-D676-5706-F00B72B58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6801" y="1511612"/>
            <a:ext cx="6460089" cy="465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58AD-9DF9-A74A-46A6-9DB23985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7328" y="6217920"/>
            <a:ext cx="7196328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2B67C3E3-D148-40AD-9F4C-431AA28A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268DD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C30DD030-ACB5-4C2C-AD03-51D52E27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268DD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52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1A87-72DC-106E-5DFB-4E002496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Methode – Data examples</a:t>
            </a:r>
          </a:p>
        </p:txBody>
      </p:sp>
      <p:pic>
        <p:nvPicPr>
          <p:cNvPr id="8" name="Content Placeholder 7" descr="A close-up of a person&#10;&#10;AI-generated content may be incorrect.">
            <a:extLst>
              <a:ext uri="{FF2B5EF4-FFF2-40B4-BE49-F238E27FC236}">
                <a16:creationId xmlns:a16="http://schemas.microsoft.com/office/drawing/2014/main" id="{F53EB4F1-9326-CAAA-7A0D-EBDFC42E2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1690688"/>
            <a:ext cx="1739633" cy="173963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BE069-CD6A-2160-904C-063C654C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6E66D-C8F6-BEE0-46A5-6106E7F86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905B-204C-029B-AE58-FBB2942A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 descr="A person with purple makeup&#10;&#10;AI-generated content may be incorrect.">
            <a:extLst>
              <a:ext uri="{FF2B5EF4-FFF2-40B4-BE49-F238E27FC236}">
                <a16:creationId xmlns:a16="http://schemas.microsoft.com/office/drawing/2014/main" id="{C1EF29E0-E46A-D4DA-E1DD-2A4D088E0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35" y="1690688"/>
            <a:ext cx="1739633" cy="1739633"/>
          </a:xfrm>
          <a:prstGeom prst="rect">
            <a:avLst/>
          </a:prstGeom>
        </p:spPr>
      </p:pic>
      <p:pic>
        <p:nvPicPr>
          <p:cNvPr id="14" name="Picture 13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7E78A865-A1C9-3438-B741-91F5290B6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35" y="3954302"/>
            <a:ext cx="1739636" cy="1739636"/>
          </a:xfrm>
          <a:prstGeom prst="rect">
            <a:avLst/>
          </a:prstGeom>
        </p:spPr>
      </p:pic>
      <p:pic>
        <p:nvPicPr>
          <p:cNvPr id="16" name="Picture 15" descr="A person with red makeup&#10;&#10;AI-generated content may be incorrect.">
            <a:extLst>
              <a:ext uri="{FF2B5EF4-FFF2-40B4-BE49-F238E27FC236}">
                <a16:creationId xmlns:a16="http://schemas.microsoft.com/office/drawing/2014/main" id="{F4F73C13-85E6-0EB6-FE88-6C35919444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3954302"/>
            <a:ext cx="1739635" cy="1739635"/>
          </a:xfrm>
          <a:prstGeom prst="rect">
            <a:avLst/>
          </a:prstGeom>
        </p:spPr>
      </p:pic>
      <p:pic>
        <p:nvPicPr>
          <p:cNvPr id="20" name="Picture 19" descr="A person with a face paint&#10;&#10;AI-generated content may be incorrect.">
            <a:extLst>
              <a:ext uri="{FF2B5EF4-FFF2-40B4-BE49-F238E27FC236}">
                <a16:creationId xmlns:a16="http://schemas.microsoft.com/office/drawing/2014/main" id="{D7F2316F-2B8F-13ED-38FE-43CE080A3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123" y="1893871"/>
            <a:ext cx="2285900" cy="2285900"/>
          </a:xfrm>
          <a:prstGeom prst="rect">
            <a:avLst/>
          </a:prstGeom>
        </p:spPr>
      </p:pic>
      <p:pic>
        <p:nvPicPr>
          <p:cNvPr id="26" name="Picture 25" descr="A person with a face paint&#10;&#10;AI-generated content may be incorrect.">
            <a:extLst>
              <a:ext uri="{FF2B5EF4-FFF2-40B4-BE49-F238E27FC236}">
                <a16:creationId xmlns:a16="http://schemas.microsoft.com/office/drawing/2014/main" id="{2A008B7D-1BE2-11AD-C76C-1FD2BD23F8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06" y="1941651"/>
            <a:ext cx="2190341" cy="219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78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F5C5-DFCB-3B98-F296-60C3EFDD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B1CC9-68DC-2EC9-8BB2-3B7F9CE8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76246-A6AD-D97A-3E7C-4E287F434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1A10-638D-8505-9420-0F86E183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DB645F-95EC-683C-571E-52DF12A1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716" y="833421"/>
            <a:ext cx="4873660" cy="45635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049897-3455-50CD-CA69-C9D8CC789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1608355"/>
            <a:ext cx="6126370" cy="407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13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7479-D416-4A97-0372-BF542585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709328-4FC1-E556-F305-E3A2663DF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518" y="1690688"/>
            <a:ext cx="10417812" cy="42068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1CAD1-805F-D360-139F-6269A429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C24C6-F027-A86C-B6D7-EE15D8A3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261BC-B6F6-0DDE-D655-6548D711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95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2957-6684-19D7-3918-4A33CADC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relevance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A0E4B4-2D80-7244-3C4F-ED4281E34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2432" y="801239"/>
            <a:ext cx="5477256" cy="525552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ECADD-7220-8D21-98B4-24127457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C6C78-9B26-BD7D-6C51-E74F37D4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44240-B8D1-74C7-9D63-EE41CF130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10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6942C5-3E7B-8551-5690-2C7D446B68D2}"/>
              </a:ext>
            </a:extLst>
          </p:cNvPr>
          <p:cNvSpPr txBox="1">
            <a:spLocks/>
          </p:cNvSpPr>
          <p:nvPr/>
        </p:nvSpPr>
        <p:spPr>
          <a:xfrm>
            <a:off x="420623" y="1825625"/>
            <a:ext cx="3665239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 MAE 5.85</a:t>
            </a:r>
          </a:p>
          <a:p>
            <a:r>
              <a:rPr lang="en-US" dirty="0"/>
              <a:t>Mean change -8.82 for FFHQ</a:t>
            </a:r>
          </a:p>
        </p:txBody>
      </p:sp>
    </p:spTree>
    <p:extLst>
      <p:ext uri="{BB962C8B-B14F-4D97-AF65-F5344CB8AC3E}">
        <p14:creationId xmlns:p14="http://schemas.microsoft.com/office/powerpoint/2010/main" val="95470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9377-1CAB-9F63-7812-A7203D6F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1E12-855C-D67C-CA21-2443FAE6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choice?</a:t>
            </a:r>
          </a:p>
          <a:p>
            <a:r>
              <a:rPr lang="en-US" dirty="0"/>
              <a:t>Effect of primarily using synthetic data?</a:t>
            </a:r>
          </a:p>
          <a:p>
            <a:r>
              <a:rPr lang="en-US" dirty="0"/>
              <a:t>Possible directions for next few weeks?</a:t>
            </a:r>
          </a:p>
          <a:p>
            <a:pPr lvl="1"/>
            <a:r>
              <a:rPr lang="en-US" dirty="0"/>
              <a:t>Hand pick examples from the heavy </a:t>
            </a:r>
            <a:r>
              <a:rPr lang="en-US" dirty="0" err="1"/>
              <a:t>makeupset</a:t>
            </a:r>
            <a:r>
              <a:rPr lang="en-US" dirty="0"/>
              <a:t> for detailed analysis</a:t>
            </a:r>
          </a:p>
          <a:p>
            <a:pPr lvl="1"/>
            <a:r>
              <a:rPr lang="en-US" dirty="0"/>
              <a:t>Model heatmap</a:t>
            </a:r>
          </a:p>
          <a:p>
            <a:pPr lvl="1"/>
            <a:r>
              <a:rPr lang="en-US" dirty="0"/>
              <a:t>Comparison with human perception based on literature</a:t>
            </a:r>
          </a:p>
          <a:p>
            <a:pPr lvl="1"/>
            <a:r>
              <a:rPr lang="en-US" dirty="0"/>
              <a:t>Reconsidering model?</a:t>
            </a:r>
          </a:p>
          <a:p>
            <a:pPr lvl="1"/>
            <a:r>
              <a:rPr lang="en-US" dirty="0"/>
              <a:t>Finding more non synthetic data or removing this 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F40B-C7BA-258E-0A34-9A920D13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844BA-217F-1049-DF6C-B3DF7C11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AA56A-F4FD-7CA2-2F2B-6784721C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3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Office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228</Words>
  <Application>Microsoft Macintosh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Dante</vt:lpstr>
      <vt:lpstr>Dante (Headings)2</vt:lpstr>
      <vt:lpstr>Helvetica Neue Medium</vt:lpstr>
      <vt:lpstr>Wingdings 2</vt:lpstr>
      <vt:lpstr>OffsetVTI</vt:lpstr>
      <vt:lpstr>Symposium progress presentation</vt:lpstr>
      <vt:lpstr>Agenda</vt:lpstr>
      <vt:lpstr>Introduction</vt:lpstr>
      <vt:lpstr>Research question</vt:lpstr>
      <vt:lpstr>Method - Model</vt:lpstr>
      <vt:lpstr>Method - Datasets</vt:lpstr>
      <vt:lpstr>Methode – Data examples</vt:lpstr>
      <vt:lpstr>Preliminary results</vt:lpstr>
      <vt:lpstr>PowerPoint Presentation</vt:lpstr>
      <vt:lpstr>Statistical relevance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van der Velde</dc:creator>
  <cp:lastModifiedBy>Frank van der Velde</cp:lastModifiedBy>
  <cp:revision>13</cp:revision>
  <dcterms:created xsi:type="dcterms:W3CDTF">2025-10-16T21:55:47Z</dcterms:created>
  <dcterms:modified xsi:type="dcterms:W3CDTF">2025-10-17T10:42:19Z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113265-c559-4850-9a4d-5c092dbd21ac_Enabled">
    <vt:lpwstr>true</vt:lpwstr>
  </property>
  <property fmtid="{D5CDD505-2E9C-101B-9397-08002B2CF9AE}" pid="3" name="MSIP_Label_a1113265-c559-4850-9a4d-5c092dbd21ac_SetDate">
    <vt:lpwstr>2025-10-17T07:20:08Z</vt:lpwstr>
  </property>
  <property fmtid="{D5CDD505-2E9C-101B-9397-08002B2CF9AE}" pid="4" name="MSIP_Label_a1113265-c559-4850-9a4d-5c092dbd21ac_Method">
    <vt:lpwstr>Standard</vt:lpwstr>
  </property>
  <property fmtid="{D5CDD505-2E9C-101B-9397-08002B2CF9AE}" pid="5" name="MSIP_Label_a1113265-c559-4850-9a4d-5c092dbd21ac_Name">
    <vt:lpwstr>Internal Use</vt:lpwstr>
  </property>
  <property fmtid="{D5CDD505-2E9C-101B-9397-08002B2CF9AE}" pid="6" name="MSIP_Label_a1113265-c559-4850-9a4d-5c092dbd21ac_SiteId">
    <vt:lpwstr>a6b169f1-592b-4329-8f33-8db8903003c7</vt:lpwstr>
  </property>
  <property fmtid="{D5CDD505-2E9C-101B-9397-08002B2CF9AE}" pid="7" name="MSIP_Label_a1113265-c559-4850-9a4d-5c092dbd21ac_ActionId">
    <vt:lpwstr>4517d0df-aa64-489d-957e-15c0e6b6f68f</vt:lpwstr>
  </property>
  <property fmtid="{D5CDD505-2E9C-101B-9397-08002B2CF9AE}" pid="8" name="MSIP_Label_a1113265-c559-4850-9a4d-5c092dbd21ac_ContentBits">
    <vt:lpwstr>0</vt:lpwstr>
  </property>
  <property fmtid="{D5CDD505-2E9C-101B-9397-08002B2CF9AE}" pid="9" name="MSIP_Label_a1113265-c559-4850-9a4d-5c092dbd21ac_Tag">
    <vt:lpwstr>50, 3, 0, 1</vt:lpwstr>
  </property>
</Properties>
</file>