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8" r:id="rId3"/>
    <p:sldId id="257" r:id="rId4"/>
    <p:sldId id="259" r:id="rId5"/>
    <p:sldId id="260" r:id="rId6"/>
    <p:sldId id="265" r:id="rId7"/>
    <p:sldId id="261" r:id="rId8"/>
    <p:sldId id="266" r:id="rId9"/>
    <p:sldId id="262" r:id="rId10"/>
    <p:sldId id="263" r:id="rId11"/>
    <p:sldId id="26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7" d="100"/>
          <a:sy n="127" d="100"/>
        </p:scale>
        <p:origin x="627" y="7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ata3.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8.png"/><Relationship Id="rId7" Type="http://schemas.openxmlformats.org/officeDocument/2006/relationships/image" Target="../media/image2.png"/><Relationship Id="rId2" Type="http://schemas.openxmlformats.org/officeDocument/2006/relationships/image" Target="../media/image18.svg"/><Relationship Id="rId1" Type="http://schemas.openxmlformats.org/officeDocument/2006/relationships/image" Target="../media/image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ata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ata5.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9.png"/><Relationship Id="rId7" Type="http://schemas.openxmlformats.org/officeDocument/2006/relationships/image" Target="../media/image31.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18.svg"/><Relationship Id="rId5" Type="http://schemas.openxmlformats.org/officeDocument/2006/relationships/image" Target="../media/image6.png"/><Relationship Id="rId10" Type="http://schemas.openxmlformats.org/officeDocument/2006/relationships/image" Target="../media/image34.svg"/><Relationship Id="rId4" Type="http://schemas.openxmlformats.org/officeDocument/2006/relationships/image" Target="../media/image30.svg"/><Relationship Id="rId9" Type="http://schemas.openxmlformats.org/officeDocument/2006/relationships/image" Target="../media/image33.pn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8.png"/><Relationship Id="rId7" Type="http://schemas.openxmlformats.org/officeDocument/2006/relationships/image" Target="../media/image2.png"/><Relationship Id="rId2" Type="http://schemas.openxmlformats.org/officeDocument/2006/relationships/image" Target="../media/image18.svg"/><Relationship Id="rId1" Type="http://schemas.openxmlformats.org/officeDocument/2006/relationships/image" Target="../media/image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rawing5.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9.png"/><Relationship Id="rId7" Type="http://schemas.openxmlformats.org/officeDocument/2006/relationships/image" Target="../media/image31.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18.svg"/><Relationship Id="rId5" Type="http://schemas.openxmlformats.org/officeDocument/2006/relationships/image" Target="../media/image6.png"/><Relationship Id="rId10" Type="http://schemas.openxmlformats.org/officeDocument/2006/relationships/image" Target="../media/image34.svg"/><Relationship Id="rId4" Type="http://schemas.openxmlformats.org/officeDocument/2006/relationships/image" Target="../media/image30.svg"/><Relationship Id="rId9" Type="http://schemas.openxmlformats.org/officeDocument/2006/relationships/image" Target="../media/image33.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dgm:fillClrLst>
    <dgm:linClrLst meth="repeat">
      <a:schemeClr val="lt1">
        <a:alpha val="0"/>
      </a:schemeClr>
    </dgm:linClrLst>
    <dgm:effectClrLst/>
    <dgm:txLinClrLst/>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dgm:fillClrLst>
    <dgm:linClrLst meth="repeat">
      <a:schemeClr val="lt1">
        <a:alpha val="0"/>
      </a:schemeClr>
    </dgm:linClrLst>
    <dgm:effectClrLst/>
    <dgm:txLinClrLst/>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46CED8-0FDE-4C16-B32D-E954489798F0}" type="doc">
      <dgm:prSet loTypeId="urn:microsoft.com/office/officeart/2018/2/layout/IconLabelList" loCatId="icon" qsTypeId="urn:microsoft.com/office/officeart/2005/8/quickstyle/simple1" qsCatId="simple" csTypeId="urn:microsoft.com/office/officeart/2018/5/colors/Iconchunking_neutralbg_colorful5" csCatId="colorful" phldr="1"/>
      <dgm:spPr/>
      <dgm:t>
        <a:bodyPr/>
        <a:lstStyle/>
        <a:p>
          <a:endParaRPr lang="en-US"/>
        </a:p>
      </dgm:t>
    </dgm:pt>
    <dgm:pt modelId="{54F26283-E4DD-493D-B119-3A97A6B75C35}">
      <dgm:prSet/>
      <dgm:spPr/>
      <dgm:t>
        <a:bodyPr/>
        <a:lstStyle/>
        <a:p>
          <a:pPr>
            <a:lnSpc>
              <a:spcPct val="100000"/>
            </a:lnSpc>
          </a:pPr>
          <a:r>
            <a:rPr lang="en-US"/>
            <a:t>Improving municipal communication</a:t>
          </a:r>
        </a:p>
      </dgm:t>
    </dgm:pt>
    <dgm:pt modelId="{59372E52-424A-45BD-9970-9F043F3DF316}" type="parTrans" cxnId="{85DB8C5E-F4AD-49A3-ABD2-85A6E9F92B3A}">
      <dgm:prSet/>
      <dgm:spPr/>
      <dgm:t>
        <a:bodyPr/>
        <a:lstStyle/>
        <a:p>
          <a:endParaRPr lang="en-US"/>
        </a:p>
      </dgm:t>
    </dgm:pt>
    <dgm:pt modelId="{1638FCD4-5BF2-49EA-8F02-0A25AF957D0A}" type="sibTrans" cxnId="{85DB8C5E-F4AD-49A3-ABD2-85A6E9F92B3A}">
      <dgm:prSet/>
      <dgm:spPr/>
      <dgm:t>
        <a:bodyPr/>
        <a:lstStyle/>
        <a:p>
          <a:endParaRPr lang="en-US"/>
        </a:p>
      </dgm:t>
    </dgm:pt>
    <dgm:pt modelId="{ECF649F6-1CD8-4F0B-80ED-35670E8CFF78}">
      <dgm:prSet/>
      <dgm:spPr/>
      <dgm:t>
        <a:bodyPr/>
        <a:lstStyle/>
        <a:p>
          <a:pPr>
            <a:lnSpc>
              <a:spcPct val="100000"/>
            </a:lnSpc>
          </a:pPr>
          <a:r>
            <a:rPr lang="en-US"/>
            <a:t>B1 writing standard</a:t>
          </a:r>
        </a:p>
      </dgm:t>
    </dgm:pt>
    <dgm:pt modelId="{9F5B803A-4571-44E0-AAAE-1A83313841FF}" type="parTrans" cxnId="{F31DB80C-3DE8-4999-AD8B-FD12F9D38238}">
      <dgm:prSet/>
      <dgm:spPr/>
      <dgm:t>
        <a:bodyPr/>
        <a:lstStyle/>
        <a:p>
          <a:endParaRPr lang="en-US"/>
        </a:p>
      </dgm:t>
    </dgm:pt>
    <dgm:pt modelId="{171E5C37-9414-4F75-82ED-10E107898D3C}" type="sibTrans" cxnId="{F31DB80C-3DE8-4999-AD8B-FD12F9D38238}">
      <dgm:prSet/>
      <dgm:spPr/>
      <dgm:t>
        <a:bodyPr/>
        <a:lstStyle/>
        <a:p>
          <a:endParaRPr lang="en-US"/>
        </a:p>
      </dgm:t>
    </dgm:pt>
    <dgm:pt modelId="{37A50401-7C26-4E3F-8556-F92A600A7FC2}">
      <dgm:prSet/>
      <dgm:spPr/>
      <dgm:t>
        <a:bodyPr/>
        <a:lstStyle/>
        <a:p>
          <a:pPr>
            <a:lnSpc>
              <a:spcPct val="100000"/>
            </a:lnSpc>
          </a:pPr>
          <a:r>
            <a:rPr lang="en-US"/>
            <a:t>AI’s role in improving workflow</a:t>
          </a:r>
        </a:p>
      </dgm:t>
    </dgm:pt>
    <dgm:pt modelId="{0849FC5B-1F2C-4DDC-9502-08C8879EBE86}" type="parTrans" cxnId="{E8CCAB24-CC26-4C11-8CE6-41DAC9C2EED3}">
      <dgm:prSet/>
      <dgm:spPr/>
      <dgm:t>
        <a:bodyPr/>
        <a:lstStyle/>
        <a:p>
          <a:endParaRPr lang="en-US"/>
        </a:p>
      </dgm:t>
    </dgm:pt>
    <dgm:pt modelId="{D4345F71-8E2D-4F1F-A2AC-8911F1398786}" type="sibTrans" cxnId="{E8CCAB24-CC26-4C11-8CE6-41DAC9C2EED3}">
      <dgm:prSet/>
      <dgm:spPr/>
      <dgm:t>
        <a:bodyPr/>
        <a:lstStyle/>
        <a:p>
          <a:endParaRPr lang="en-US"/>
        </a:p>
      </dgm:t>
    </dgm:pt>
    <dgm:pt modelId="{4FA0B592-F52D-4069-93B2-C3EE6D6D3572}">
      <dgm:prSet/>
      <dgm:spPr/>
      <dgm:t>
        <a:bodyPr/>
        <a:lstStyle/>
        <a:p>
          <a:pPr>
            <a:lnSpc>
              <a:spcPct val="100000"/>
            </a:lnSpc>
          </a:pPr>
          <a:r>
            <a:rPr lang="en-US"/>
            <a:t>Ethical concerns</a:t>
          </a:r>
        </a:p>
      </dgm:t>
    </dgm:pt>
    <dgm:pt modelId="{A06676D4-E989-4FEC-BC26-E2308F8682A8}" type="parTrans" cxnId="{A607248F-44CD-45DD-B0DA-2E6477E71DC4}">
      <dgm:prSet/>
      <dgm:spPr/>
      <dgm:t>
        <a:bodyPr/>
        <a:lstStyle/>
        <a:p>
          <a:endParaRPr lang="en-US"/>
        </a:p>
      </dgm:t>
    </dgm:pt>
    <dgm:pt modelId="{802940BA-42F4-4704-BA26-DF66F1DE43B5}" type="sibTrans" cxnId="{A607248F-44CD-45DD-B0DA-2E6477E71DC4}">
      <dgm:prSet/>
      <dgm:spPr/>
      <dgm:t>
        <a:bodyPr/>
        <a:lstStyle/>
        <a:p>
          <a:endParaRPr lang="en-US"/>
        </a:p>
      </dgm:t>
    </dgm:pt>
    <dgm:pt modelId="{65274A2A-9684-4740-A7A0-F32629DD573A}" type="pres">
      <dgm:prSet presAssocID="{E746CED8-0FDE-4C16-B32D-E954489798F0}" presName="root" presStyleCnt="0">
        <dgm:presLayoutVars>
          <dgm:dir/>
          <dgm:resizeHandles val="exact"/>
        </dgm:presLayoutVars>
      </dgm:prSet>
      <dgm:spPr/>
    </dgm:pt>
    <dgm:pt modelId="{B9C05494-81DE-4BEE-93E9-4362AF7190B6}" type="pres">
      <dgm:prSet presAssocID="{54F26283-E4DD-493D-B119-3A97A6B75C35}" presName="compNode" presStyleCnt="0"/>
      <dgm:spPr/>
    </dgm:pt>
    <dgm:pt modelId="{152E9BC6-8F18-4E68-B7C3-B4E977002238}" type="pres">
      <dgm:prSet presAssocID="{54F26283-E4DD-493D-B119-3A97A6B75C3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at"/>
        </a:ext>
      </dgm:extLst>
    </dgm:pt>
    <dgm:pt modelId="{B5D2D848-325D-4A37-A259-DC25F111ADCD}" type="pres">
      <dgm:prSet presAssocID="{54F26283-E4DD-493D-B119-3A97A6B75C35}" presName="spaceRect" presStyleCnt="0"/>
      <dgm:spPr/>
    </dgm:pt>
    <dgm:pt modelId="{8E7F5791-2DD2-4312-9E4A-D6ACA0343969}" type="pres">
      <dgm:prSet presAssocID="{54F26283-E4DD-493D-B119-3A97A6B75C35}" presName="textRect" presStyleLbl="revTx" presStyleIdx="0" presStyleCnt="4">
        <dgm:presLayoutVars>
          <dgm:chMax val="1"/>
          <dgm:chPref val="1"/>
        </dgm:presLayoutVars>
      </dgm:prSet>
      <dgm:spPr/>
    </dgm:pt>
    <dgm:pt modelId="{B02D3B13-4434-42EE-82C7-4C6927F10E59}" type="pres">
      <dgm:prSet presAssocID="{1638FCD4-5BF2-49EA-8F02-0A25AF957D0A}" presName="sibTrans" presStyleCnt="0"/>
      <dgm:spPr/>
    </dgm:pt>
    <dgm:pt modelId="{6589E7D5-BDA4-4C4A-8169-716461832C6A}" type="pres">
      <dgm:prSet presAssocID="{ECF649F6-1CD8-4F0B-80ED-35670E8CFF78}" presName="compNode" presStyleCnt="0"/>
      <dgm:spPr/>
    </dgm:pt>
    <dgm:pt modelId="{3BD66CBE-6085-43F7-B6DF-4759C10F58C5}" type="pres">
      <dgm:prSet presAssocID="{ECF649F6-1CD8-4F0B-80ED-35670E8CFF7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encil"/>
        </a:ext>
      </dgm:extLst>
    </dgm:pt>
    <dgm:pt modelId="{95646B55-D97B-448B-83CC-03EAA7D25F2F}" type="pres">
      <dgm:prSet presAssocID="{ECF649F6-1CD8-4F0B-80ED-35670E8CFF78}" presName="spaceRect" presStyleCnt="0"/>
      <dgm:spPr/>
    </dgm:pt>
    <dgm:pt modelId="{E3B8B620-29C2-4257-B262-B65793451EAF}" type="pres">
      <dgm:prSet presAssocID="{ECF649F6-1CD8-4F0B-80ED-35670E8CFF78}" presName="textRect" presStyleLbl="revTx" presStyleIdx="1" presStyleCnt="4">
        <dgm:presLayoutVars>
          <dgm:chMax val="1"/>
          <dgm:chPref val="1"/>
        </dgm:presLayoutVars>
      </dgm:prSet>
      <dgm:spPr/>
    </dgm:pt>
    <dgm:pt modelId="{50288A19-A16C-4497-B18C-F6D99F25292F}" type="pres">
      <dgm:prSet presAssocID="{171E5C37-9414-4F75-82ED-10E107898D3C}" presName="sibTrans" presStyleCnt="0"/>
      <dgm:spPr/>
    </dgm:pt>
    <dgm:pt modelId="{8B99B6B6-D833-4599-9FAB-F707878B466F}" type="pres">
      <dgm:prSet presAssocID="{37A50401-7C26-4E3F-8556-F92A600A7FC2}" presName="compNode" presStyleCnt="0"/>
      <dgm:spPr/>
    </dgm:pt>
    <dgm:pt modelId="{D066D6D2-B1FE-4E7C-ACAF-C4CF5EF97843}" type="pres">
      <dgm:prSet presAssocID="{37A50401-7C26-4E3F-8556-F92A600A7FC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ead with Gears"/>
        </a:ext>
      </dgm:extLst>
    </dgm:pt>
    <dgm:pt modelId="{96D5737B-91D3-4E5E-BAB6-01A747821489}" type="pres">
      <dgm:prSet presAssocID="{37A50401-7C26-4E3F-8556-F92A600A7FC2}" presName="spaceRect" presStyleCnt="0"/>
      <dgm:spPr/>
    </dgm:pt>
    <dgm:pt modelId="{9649B207-A519-4573-A08C-3FC7EB177179}" type="pres">
      <dgm:prSet presAssocID="{37A50401-7C26-4E3F-8556-F92A600A7FC2}" presName="textRect" presStyleLbl="revTx" presStyleIdx="2" presStyleCnt="4">
        <dgm:presLayoutVars>
          <dgm:chMax val="1"/>
          <dgm:chPref val="1"/>
        </dgm:presLayoutVars>
      </dgm:prSet>
      <dgm:spPr/>
    </dgm:pt>
    <dgm:pt modelId="{F07AC299-C759-4DEF-9AD0-ADE8E3DBAF7C}" type="pres">
      <dgm:prSet presAssocID="{D4345F71-8E2D-4F1F-A2AC-8911F1398786}" presName="sibTrans" presStyleCnt="0"/>
      <dgm:spPr/>
    </dgm:pt>
    <dgm:pt modelId="{D81ED80F-A44B-42F0-B000-67247D25A7A8}" type="pres">
      <dgm:prSet presAssocID="{4FA0B592-F52D-4069-93B2-C3EE6D6D3572}" presName="compNode" presStyleCnt="0"/>
      <dgm:spPr/>
    </dgm:pt>
    <dgm:pt modelId="{2AEBC124-10EC-4284-9578-281CC3E14E7D}" type="pres">
      <dgm:prSet presAssocID="{4FA0B592-F52D-4069-93B2-C3EE6D6D357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cales of Justice"/>
        </a:ext>
      </dgm:extLst>
    </dgm:pt>
    <dgm:pt modelId="{07A18989-010C-430D-98B8-D0386FE27563}" type="pres">
      <dgm:prSet presAssocID="{4FA0B592-F52D-4069-93B2-C3EE6D6D3572}" presName="spaceRect" presStyleCnt="0"/>
      <dgm:spPr/>
    </dgm:pt>
    <dgm:pt modelId="{B7C4D122-3031-4EA4-A617-33E50FB148B7}" type="pres">
      <dgm:prSet presAssocID="{4FA0B592-F52D-4069-93B2-C3EE6D6D3572}" presName="textRect" presStyleLbl="revTx" presStyleIdx="3" presStyleCnt="4">
        <dgm:presLayoutVars>
          <dgm:chMax val="1"/>
          <dgm:chPref val="1"/>
        </dgm:presLayoutVars>
      </dgm:prSet>
      <dgm:spPr/>
    </dgm:pt>
  </dgm:ptLst>
  <dgm:cxnLst>
    <dgm:cxn modelId="{F31DB80C-3DE8-4999-AD8B-FD12F9D38238}" srcId="{E746CED8-0FDE-4C16-B32D-E954489798F0}" destId="{ECF649F6-1CD8-4F0B-80ED-35670E8CFF78}" srcOrd="1" destOrd="0" parTransId="{9F5B803A-4571-44E0-AAAE-1A83313841FF}" sibTransId="{171E5C37-9414-4F75-82ED-10E107898D3C}"/>
    <dgm:cxn modelId="{E8CCAB24-CC26-4C11-8CE6-41DAC9C2EED3}" srcId="{E746CED8-0FDE-4C16-B32D-E954489798F0}" destId="{37A50401-7C26-4E3F-8556-F92A600A7FC2}" srcOrd="2" destOrd="0" parTransId="{0849FC5B-1F2C-4DDC-9502-08C8879EBE86}" sibTransId="{D4345F71-8E2D-4F1F-A2AC-8911F1398786}"/>
    <dgm:cxn modelId="{CB2CC43B-0FCC-4AE2-9948-95C139A574F5}" type="presOf" srcId="{4FA0B592-F52D-4069-93B2-C3EE6D6D3572}" destId="{B7C4D122-3031-4EA4-A617-33E50FB148B7}" srcOrd="0" destOrd="0" presId="urn:microsoft.com/office/officeart/2018/2/layout/IconLabelList"/>
    <dgm:cxn modelId="{2626935D-24B1-4801-9E72-4F2902622FC3}" type="presOf" srcId="{37A50401-7C26-4E3F-8556-F92A600A7FC2}" destId="{9649B207-A519-4573-A08C-3FC7EB177179}" srcOrd="0" destOrd="0" presId="urn:microsoft.com/office/officeart/2018/2/layout/IconLabelList"/>
    <dgm:cxn modelId="{85DB8C5E-F4AD-49A3-ABD2-85A6E9F92B3A}" srcId="{E746CED8-0FDE-4C16-B32D-E954489798F0}" destId="{54F26283-E4DD-493D-B119-3A97A6B75C35}" srcOrd="0" destOrd="0" parTransId="{59372E52-424A-45BD-9970-9F043F3DF316}" sibTransId="{1638FCD4-5BF2-49EA-8F02-0A25AF957D0A}"/>
    <dgm:cxn modelId="{67EB7581-2E81-433B-BE3E-65602DC0A4E7}" type="presOf" srcId="{54F26283-E4DD-493D-B119-3A97A6B75C35}" destId="{8E7F5791-2DD2-4312-9E4A-D6ACA0343969}" srcOrd="0" destOrd="0" presId="urn:microsoft.com/office/officeart/2018/2/layout/IconLabelList"/>
    <dgm:cxn modelId="{A607248F-44CD-45DD-B0DA-2E6477E71DC4}" srcId="{E746CED8-0FDE-4C16-B32D-E954489798F0}" destId="{4FA0B592-F52D-4069-93B2-C3EE6D6D3572}" srcOrd="3" destOrd="0" parTransId="{A06676D4-E989-4FEC-BC26-E2308F8682A8}" sibTransId="{802940BA-42F4-4704-BA26-DF66F1DE43B5}"/>
    <dgm:cxn modelId="{E85EEFAB-1AD0-494A-AB56-4E987B1E0C38}" type="presOf" srcId="{ECF649F6-1CD8-4F0B-80ED-35670E8CFF78}" destId="{E3B8B620-29C2-4257-B262-B65793451EAF}" srcOrd="0" destOrd="0" presId="urn:microsoft.com/office/officeart/2018/2/layout/IconLabelList"/>
    <dgm:cxn modelId="{0A0DB3AE-74E5-483A-AA89-436B3F579B94}" type="presOf" srcId="{E746CED8-0FDE-4C16-B32D-E954489798F0}" destId="{65274A2A-9684-4740-A7A0-F32629DD573A}" srcOrd="0" destOrd="0" presId="urn:microsoft.com/office/officeart/2018/2/layout/IconLabelList"/>
    <dgm:cxn modelId="{202DA410-D413-48E1-AA49-1A54757D4069}" type="presParOf" srcId="{65274A2A-9684-4740-A7A0-F32629DD573A}" destId="{B9C05494-81DE-4BEE-93E9-4362AF7190B6}" srcOrd="0" destOrd="0" presId="urn:microsoft.com/office/officeart/2018/2/layout/IconLabelList"/>
    <dgm:cxn modelId="{79540730-CD9E-4BDD-B8DA-4B7113AE3C46}" type="presParOf" srcId="{B9C05494-81DE-4BEE-93E9-4362AF7190B6}" destId="{152E9BC6-8F18-4E68-B7C3-B4E977002238}" srcOrd="0" destOrd="0" presId="urn:microsoft.com/office/officeart/2018/2/layout/IconLabelList"/>
    <dgm:cxn modelId="{F2A44023-9B1C-4D2E-937B-A8608DBBABA4}" type="presParOf" srcId="{B9C05494-81DE-4BEE-93E9-4362AF7190B6}" destId="{B5D2D848-325D-4A37-A259-DC25F111ADCD}" srcOrd="1" destOrd="0" presId="urn:microsoft.com/office/officeart/2018/2/layout/IconLabelList"/>
    <dgm:cxn modelId="{6FE6E7F9-BDC3-45A0-AE37-2E4980D2213A}" type="presParOf" srcId="{B9C05494-81DE-4BEE-93E9-4362AF7190B6}" destId="{8E7F5791-2DD2-4312-9E4A-D6ACA0343969}" srcOrd="2" destOrd="0" presId="urn:microsoft.com/office/officeart/2018/2/layout/IconLabelList"/>
    <dgm:cxn modelId="{135C2C70-D6A1-4C74-B0AD-9F7652B02D09}" type="presParOf" srcId="{65274A2A-9684-4740-A7A0-F32629DD573A}" destId="{B02D3B13-4434-42EE-82C7-4C6927F10E59}" srcOrd="1" destOrd="0" presId="urn:microsoft.com/office/officeart/2018/2/layout/IconLabelList"/>
    <dgm:cxn modelId="{D400C508-DA51-49B4-9F9D-7456E0037A75}" type="presParOf" srcId="{65274A2A-9684-4740-A7A0-F32629DD573A}" destId="{6589E7D5-BDA4-4C4A-8169-716461832C6A}" srcOrd="2" destOrd="0" presId="urn:microsoft.com/office/officeart/2018/2/layout/IconLabelList"/>
    <dgm:cxn modelId="{945667AF-EF3E-4FDA-AD7E-46BDA120EAB6}" type="presParOf" srcId="{6589E7D5-BDA4-4C4A-8169-716461832C6A}" destId="{3BD66CBE-6085-43F7-B6DF-4759C10F58C5}" srcOrd="0" destOrd="0" presId="urn:microsoft.com/office/officeart/2018/2/layout/IconLabelList"/>
    <dgm:cxn modelId="{33531BC1-5EC0-45BE-9A15-5B55EE7E9B5F}" type="presParOf" srcId="{6589E7D5-BDA4-4C4A-8169-716461832C6A}" destId="{95646B55-D97B-448B-83CC-03EAA7D25F2F}" srcOrd="1" destOrd="0" presId="urn:microsoft.com/office/officeart/2018/2/layout/IconLabelList"/>
    <dgm:cxn modelId="{0F7F855B-947C-4020-93B2-7D2AC34D536C}" type="presParOf" srcId="{6589E7D5-BDA4-4C4A-8169-716461832C6A}" destId="{E3B8B620-29C2-4257-B262-B65793451EAF}" srcOrd="2" destOrd="0" presId="urn:microsoft.com/office/officeart/2018/2/layout/IconLabelList"/>
    <dgm:cxn modelId="{75D25BF0-310C-4921-80D2-7D6074F8A021}" type="presParOf" srcId="{65274A2A-9684-4740-A7A0-F32629DD573A}" destId="{50288A19-A16C-4497-B18C-F6D99F25292F}" srcOrd="3" destOrd="0" presId="urn:microsoft.com/office/officeart/2018/2/layout/IconLabelList"/>
    <dgm:cxn modelId="{41B5EBCA-89C9-42AA-AAFE-D98A20C9F18F}" type="presParOf" srcId="{65274A2A-9684-4740-A7A0-F32629DD573A}" destId="{8B99B6B6-D833-4599-9FAB-F707878B466F}" srcOrd="4" destOrd="0" presId="urn:microsoft.com/office/officeart/2018/2/layout/IconLabelList"/>
    <dgm:cxn modelId="{283E6691-01C7-4220-8745-F429E43E4DEE}" type="presParOf" srcId="{8B99B6B6-D833-4599-9FAB-F707878B466F}" destId="{D066D6D2-B1FE-4E7C-ACAF-C4CF5EF97843}" srcOrd="0" destOrd="0" presId="urn:microsoft.com/office/officeart/2018/2/layout/IconLabelList"/>
    <dgm:cxn modelId="{C1D48D33-5D09-4E9C-9412-789E74B72CE9}" type="presParOf" srcId="{8B99B6B6-D833-4599-9FAB-F707878B466F}" destId="{96D5737B-91D3-4E5E-BAB6-01A747821489}" srcOrd="1" destOrd="0" presId="urn:microsoft.com/office/officeart/2018/2/layout/IconLabelList"/>
    <dgm:cxn modelId="{D96B8469-8F39-42B4-955E-73E40F1717D5}" type="presParOf" srcId="{8B99B6B6-D833-4599-9FAB-F707878B466F}" destId="{9649B207-A519-4573-A08C-3FC7EB177179}" srcOrd="2" destOrd="0" presId="urn:microsoft.com/office/officeart/2018/2/layout/IconLabelList"/>
    <dgm:cxn modelId="{8D9A224B-4BF3-4F5D-9DB7-1DD4322D5082}" type="presParOf" srcId="{65274A2A-9684-4740-A7A0-F32629DD573A}" destId="{F07AC299-C759-4DEF-9AD0-ADE8E3DBAF7C}" srcOrd="5" destOrd="0" presId="urn:microsoft.com/office/officeart/2018/2/layout/IconLabelList"/>
    <dgm:cxn modelId="{5E58E24A-86C5-4401-B1E0-3640E0893D50}" type="presParOf" srcId="{65274A2A-9684-4740-A7A0-F32629DD573A}" destId="{D81ED80F-A44B-42F0-B000-67247D25A7A8}" srcOrd="6" destOrd="0" presId="urn:microsoft.com/office/officeart/2018/2/layout/IconLabelList"/>
    <dgm:cxn modelId="{6E9A4C90-D02D-4C19-B005-6A921633FD85}" type="presParOf" srcId="{D81ED80F-A44B-42F0-B000-67247D25A7A8}" destId="{2AEBC124-10EC-4284-9578-281CC3E14E7D}" srcOrd="0" destOrd="0" presId="urn:microsoft.com/office/officeart/2018/2/layout/IconLabelList"/>
    <dgm:cxn modelId="{FA1D4601-A7F2-4193-A647-315765258595}" type="presParOf" srcId="{D81ED80F-A44B-42F0-B000-67247D25A7A8}" destId="{07A18989-010C-430D-98B8-D0386FE27563}" srcOrd="1" destOrd="0" presId="urn:microsoft.com/office/officeart/2018/2/layout/IconLabelList"/>
    <dgm:cxn modelId="{A2D6F872-4FF1-4522-806C-4AE42488601A}" type="presParOf" srcId="{D81ED80F-A44B-42F0-B000-67247D25A7A8}" destId="{B7C4D122-3031-4EA4-A617-33E50FB148B7}"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595C9F6-A31D-43CE-B3A7-565A2C557193}" type="doc">
      <dgm:prSet loTypeId="urn:microsoft.com/office/officeart/2018/2/layout/IconCircleList" loCatId="icon" qsTypeId="urn:microsoft.com/office/officeart/2005/8/quickstyle/simple1" qsCatId="simple" csTypeId="urn:microsoft.com/office/officeart/2018/5/colors/Iconchunking_neutralicon_accent1_2" csCatId="accent1" phldr="1"/>
      <dgm:spPr/>
      <dgm:t>
        <a:bodyPr/>
        <a:lstStyle/>
        <a:p>
          <a:endParaRPr lang="en-US"/>
        </a:p>
      </dgm:t>
    </dgm:pt>
    <dgm:pt modelId="{8622A830-0975-4D03-806E-6D08914499E3}">
      <dgm:prSet/>
      <dgm:spPr/>
      <dgm:t>
        <a:bodyPr/>
        <a:lstStyle/>
        <a:p>
          <a:r>
            <a:rPr lang="en-US"/>
            <a:t>Improving societal inclusion</a:t>
          </a:r>
        </a:p>
      </dgm:t>
    </dgm:pt>
    <dgm:pt modelId="{424606E9-FC0D-4399-89C4-F0A9E8AFC9EB}" type="parTrans" cxnId="{39447291-6616-41BF-B494-B53634190BD2}">
      <dgm:prSet/>
      <dgm:spPr/>
      <dgm:t>
        <a:bodyPr/>
        <a:lstStyle/>
        <a:p>
          <a:endParaRPr lang="en-US"/>
        </a:p>
      </dgm:t>
    </dgm:pt>
    <dgm:pt modelId="{ABB046A2-5EF5-4DDA-8788-7F8BA43088B4}" type="sibTrans" cxnId="{39447291-6616-41BF-B494-B53634190BD2}">
      <dgm:prSet/>
      <dgm:spPr/>
      <dgm:t>
        <a:bodyPr/>
        <a:lstStyle/>
        <a:p>
          <a:endParaRPr lang="en-US"/>
        </a:p>
      </dgm:t>
    </dgm:pt>
    <dgm:pt modelId="{0963623A-59DC-44BE-BE23-6FAF1D1057F8}">
      <dgm:prSet/>
      <dgm:spPr/>
      <dgm:t>
        <a:bodyPr/>
        <a:lstStyle/>
        <a:p>
          <a:r>
            <a:rPr lang="en-US"/>
            <a:t>Reduced staff workload</a:t>
          </a:r>
        </a:p>
      </dgm:t>
    </dgm:pt>
    <dgm:pt modelId="{1664050A-C0B0-491B-9363-574C8E44B4DC}" type="parTrans" cxnId="{972428DD-148C-4996-A1D7-7197FEB5DBD6}">
      <dgm:prSet/>
      <dgm:spPr/>
      <dgm:t>
        <a:bodyPr/>
        <a:lstStyle/>
        <a:p>
          <a:endParaRPr lang="en-US"/>
        </a:p>
      </dgm:t>
    </dgm:pt>
    <dgm:pt modelId="{258BDAF6-3FAE-409F-B76F-11146FC3DF21}" type="sibTrans" cxnId="{972428DD-148C-4996-A1D7-7197FEB5DBD6}">
      <dgm:prSet/>
      <dgm:spPr/>
      <dgm:t>
        <a:bodyPr/>
        <a:lstStyle/>
        <a:p>
          <a:endParaRPr lang="en-US"/>
        </a:p>
      </dgm:t>
    </dgm:pt>
    <dgm:pt modelId="{47D59291-E080-4FF1-98DE-73A61C0D7E13}">
      <dgm:prSet/>
      <dgm:spPr/>
      <dgm:t>
        <a:bodyPr/>
        <a:lstStyle/>
        <a:p>
          <a:r>
            <a:rPr lang="en-US"/>
            <a:t>More consistency in writing</a:t>
          </a:r>
        </a:p>
      </dgm:t>
    </dgm:pt>
    <dgm:pt modelId="{2A9EBCFE-1338-4A31-9335-CBE8C3CB4AAE}" type="parTrans" cxnId="{08C389F1-CEAB-4D9B-A4E6-AA860B8E94E7}">
      <dgm:prSet/>
      <dgm:spPr/>
      <dgm:t>
        <a:bodyPr/>
        <a:lstStyle/>
        <a:p>
          <a:endParaRPr lang="en-US"/>
        </a:p>
      </dgm:t>
    </dgm:pt>
    <dgm:pt modelId="{03B355D5-925E-4443-94C4-209CF03FE5C0}" type="sibTrans" cxnId="{08C389F1-CEAB-4D9B-A4E6-AA860B8E94E7}">
      <dgm:prSet/>
      <dgm:spPr/>
      <dgm:t>
        <a:bodyPr/>
        <a:lstStyle/>
        <a:p>
          <a:endParaRPr lang="en-US"/>
        </a:p>
      </dgm:t>
    </dgm:pt>
    <dgm:pt modelId="{1D24E1AD-CB35-4662-B8BD-0852B1CD2801}">
      <dgm:prSet/>
      <dgm:spPr/>
      <dgm:t>
        <a:bodyPr/>
        <a:lstStyle/>
        <a:p>
          <a:r>
            <a:rPr lang="en-US"/>
            <a:t>Educational opportunities</a:t>
          </a:r>
        </a:p>
      </dgm:t>
    </dgm:pt>
    <dgm:pt modelId="{9D08B899-A3BD-465D-A927-D1DF98A62E5E}" type="parTrans" cxnId="{04D74C4A-8B5B-4260-BC89-1CC9332F99BD}">
      <dgm:prSet/>
      <dgm:spPr/>
      <dgm:t>
        <a:bodyPr/>
        <a:lstStyle/>
        <a:p>
          <a:endParaRPr lang="en-US"/>
        </a:p>
      </dgm:t>
    </dgm:pt>
    <dgm:pt modelId="{56DB59A1-A623-494D-A41E-2D6B8184321F}" type="sibTrans" cxnId="{04D74C4A-8B5B-4260-BC89-1CC9332F99BD}">
      <dgm:prSet/>
      <dgm:spPr/>
      <dgm:t>
        <a:bodyPr/>
        <a:lstStyle/>
        <a:p>
          <a:endParaRPr lang="en-US"/>
        </a:p>
      </dgm:t>
    </dgm:pt>
    <dgm:pt modelId="{8FFC4122-B5C7-4E2A-A78F-4391AB0B2F0C}" type="pres">
      <dgm:prSet presAssocID="{1595C9F6-A31D-43CE-B3A7-565A2C557193}" presName="root" presStyleCnt="0">
        <dgm:presLayoutVars>
          <dgm:dir/>
          <dgm:resizeHandles val="exact"/>
        </dgm:presLayoutVars>
      </dgm:prSet>
      <dgm:spPr/>
    </dgm:pt>
    <dgm:pt modelId="{5CC742EB-D508-40E5-BB84-256B03174A66}" type="pres">
      <dgm:prSet presAssocID="{1595C9F6-A31D-43CE-B3A7-565A2C557193}" presName="container" presStyleCnt="0">
        <dgm:presLayoutVars>
          <dgm:dir/>
          <dgm:resizeHandles val="exact"/>
        </dgm:presLayoutVars>
      </dgm:prSet>
      <dgm:spPr/>
    </dgm:pt>
    <dgm:pt modelId="{626BD2FE-0E27-4EC9-BD8F-9268ACCC9B38}" type="pres">
      <dgm:prSet presAssocID="{8622A830-0975-4D03-806E-6D08914499E3}" presName="compNode" presStyleCnt="0"/>
      <dgm:spPr/>
    </dgm:pt>
    <dgm:pt modelId="{555EF917-1408-43DB-94EB-F92334021F6F}" type="pres">
      <dgm:prSet presAssocID="{8622A830-0975-4D03-806E-6D08914499E3}" presName="iconBgRect" presStyleLbl="bgShp" presStyleIdx="0" presStyleCnt="4"/>
      <dgm:spPr/>
    </dgm:pt>
    <dgm:pt modelId="{BE8D9F78-1F71-43DC-8F0B-8D0DFC2AF898}" type="pres">
      <dgm:prSet presAssocID="{8622A830-0975-4D03-806E-6D08914499E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roup"/>
        </a:ext>
      </dgm:extLst>
    </dgm:pt>
    <dgm:pt modelId="{4FF5F4F5-4304-4622-80CA-B93087C78EEB}" type="pres">
      <dgm:prSet presAssocID="{8622A830-0975-4D03-806E-6D08914499E3}" presName="spaceRect" presStyleCnt="0"/>
      <dgm:spPr/>
    </dgm:pt>
    <dgm:pt modelId="{1869AC94-A9D9-43DC-954B-5A404CC3F17C}" type="pres">
      <dgm:prSet presAssocID="{8622A830-0975-4D03-806E-6D08914499E3}" presName="textRect" presStyleLbl="revTx" presStyleIdx="0" presStyleCnt="4">
        <dgm:presLayoutVars>
          <dgm:chMax val="1"/>
          <dgm:chPref val="1"/>
        </dgm:presLayoutVars>
      </dgm:prSet>
      <dgm:spPr/>
    </dgm:pt>
    <dgm:pt modelId="{15EF67C8-5CE2-4A00-A322-325A592940BB}" type="pres">
      <dgm:prSet presAssocID="{ABB046A2-5EF5-4DDA-8788-7F8BA43088B4}" presName="sibTrans" presStyleLbl="sibTrans2D1" presStyleIdx="0" presStyleCnt="0"/>
      <dgm:spPr/>
    </dgm:pt>
    <dgm:pt modelId="{91B04039-B263-422D-8B83-AEF30BBA6707}" type="pres">
      <dgm:prSet presAssocID="{0963623A-59DC-44BE-BE23-6FAF1D1057F8}" presName="compNode" presStyleCnt="0"/>
      <dgm:spPr/>
    </dgm:pt>
    <dgm:pt modelId="{26118C9C-99E0-42DD-B7DB-19AD44508C31}" type="pres">
      <dgm:prSet presAssocID="{0963623A-59DC-44BE-BE23-6FAF1D1057F8}" presName="iconBgRect" presStyleLbl="bgShp" presStyleIdx="1" presStyleCnt="4"/>
      <dgm:spPr/>
    </dgm:pt>
    <dgm:pt modelId="{F6BCF65E-F50F-420F-8FA4-4BFA55A34CE5}" type="pres">
      <dgm:prSet presAssocID="{0963623A-59DC-44BE-BE23-6FAF1D1057F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wnward trend"/>
        </a:ext>
      </dgm:extLst>
    </dgm:pt>
    <dgm:pt modelId="{BC2DE23F-7241-43B4-8B74-48C5D565C7D8}" type="pres">
      <dgm:prSet presAssocID="{0963623A-59DC-44BE-BE23-6FAF1D1057F8}" presName="spaceRect" presStyleCnt="0"/>
      <dgm:spPr/>
    </dgm:pt>
    <dgm:pt modelId="{085145FC-EF79-4DA8-939E-1DC6ECD9F8C5}" type="pres">
      <dgm:prSet presAssocID="{0963623A-59DC-44BE-BE23-6FAF1D1057F8}" presName="textRect" presStyleLbl="revTx" presStyleIdx="1" presStyleCnt="4">
        <dgm:presLayoutVars>
          <dgm:chMax val="1"/>
          <dgm:chPref val="1"/>
        </dgm:presLayoutVars>
      </dgm:prSet>
      <dgm:spPr/>
    </dgm:pt>
    <dgm:pt modelId="{2311B3F5-D1D7-4792-8AA8-31D1DAA7BB13}" type="pres">
      <dgm:prSet presAssocID="{258BDAF6-3FAE-409F-B76F-11146FC3DF21}" presName="sibTrans" presStyleLbl="sibTrans2D1" presStyleIdx="0" presStyleCnt="0"/>
      <dgm:spPr/>
    </dgm:pt>
    <dgm:pt modelId="{676703CE-36E5-48C7-9888-6037B5F4D2BA}" type="pres">
      <dgm:prSet presAssocID="{47D59291-E080-4FF1-98DE-73A61C0D7E13}" presName="compNode" presStyleCnt="0"/>
      <dgm:spPr/>
    </dgm:pt>
    <dgm:pt modelId="{95D14481-50A7-4539-BD10-693A14F74355}" type="pres">
      <dgm:prSet presAssocID="{47D59291-E080-4FF1-98DE-73A61C0D7E13}" presName="iconBgRect" presStyleLbl="bgShp" presStyleIdx="2" presStyleCnt="4"/>
      <dgm:spPr/>
    </dgm:pt>
    <dgm:pt modelId="{54DB413A-74C2-44B3-A69F-D1CBB7D6D2D7}" type="pres">
      <dgm:prSet presAssocID="{47D59291-E080-4FF1-98DE-73A61C0D7E1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encil"/>
        </a:ext>
      </dgm:extLst>
    </dgm:pt>
    <dgm:pt modelId="{33F4AB50-83B6-4E83-9877-5DD89F3A0D5C}" type="pres">
      <dgm:prSet presAssocID="{47D59291-E080-4FF1-98DE-73A61C0D7E13}" presName="spaceRect" presStyleCnt="0"/>
      <dgm:spPr/>
    </dgm:pt>
    <dgm:pt modelId="{B8BB0520-FEA8-4954-AB48-B0D8BCFC960D}" type="pres">
      <dgm:prSet presAssocID="{47D59291-E080-4FF1-98DE-73A61C0D7E13}" presName="textRect" presStyleLbl="revTx" presStyleIdx="2" presStyleCnt="4">
        <dgm:presLayoutVars>
          <dgm:chMax val="1"/>
          <dgm:chPref val="1"/>
        </dgm:presLayoutVars>
      </dgm:prSet>
      <dgm:spPr/>
    </dgm:pt>
    <dgm:pt modelId="{4120DA7B-F13D-42F1-BDF8-5DE26A33B7EA}" type="pres">
      <dgm:prSet presAssocID="{03B355D5-925E-4443-94C4-209CF03FE5C0}" presName="sibTrans" presStyleLbl="sibTrans2D1" presStyleIdx="0" presStyleCnt="0"/>
      <dgm:spPr/>
    </dgm:pt>
    <dgm:pt modelId="{A6CE0464-ACA6-441B-8C9F-5405ED4ACBD5}" type="pres">
      <dgm:prSet presAssocID="{1D24E1AD-CB35-4662-B8BD-0852B1CD2801}" presName="compNode" presStyleCnt="0"/>
      <dgm:spPr/>
    </dgm:pt>
    <dgm:pt modelId="{A98C12BB-9C85-487C-983A-70270C841112}" type="pres">
      <dgm:prSet presAssocID="{1D24E1AD-CB35-4662-B8BD-0852B1CD2801}" presName="iconBgRect" presStyleLbl="bgShp" presStyleIdx="3" presStyleCnt="4"/>
      <dgm:spPr/>
    </dgm:pt>
    <dgm:pt modelId="{CD8596FB-04B2-4303-AD0B-3D5F6052CA88}" type="pres">
      <dgm:prSet presAssocID="{1D24E1AD-CB35-4662-B8BD-0852B1CD280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ooks"/>
        </a:ext>
      </dgm:extLst>
    </dgm:pt>
    <dgm:pt modelId="{8B3E4B7E-E656-4D78-8132-A0FB237A8C11}" type="pres">
      <dgm:prSet presAssocID="{1D24E1AD-CB35-4662-B8BD-0852B1CD2801}" presName="spaceRect" presStyleCnt="0"/>
      <dgm:spPr/>
    </dgm:pt>
    <dgm:pt modelId="{B4A61EAD-DC45-4253-810E-E42AF67C8BC6}" type="pres">
      <dgm:prSet presAssocID="{1D24E1AD-CB35-4662-B8BD-0852B1CD2801}" presName="textRect" presStyleLbl="revTx" presStyleIdx="3" presStyleCnt="4">
        <dgm:presLayoutVars>
          <dgm:chMax val="1"/>
          <dgm:chPref val="1"/>
        </dgm:presLayoutVars>
      </dgm:prSet>
      <dgm:spPr/>
    </dgm:pt>
  </dgm:ptLst>
  <dgm:cxnLst>
    <dgm:cxn modelId="{C4600A21-5252-4B13-A63A-9B0FAEB4A455}" type="presOf" srcId="{1595C9F6-A31D-43CE-B3A7-565A2C557193}" destId="{8FFC4122-B5C7-4E2A-A78F-4391AB0B2F0C}" srcOrd="0" destOrd="0" presId="urn:microsoft.com/office/officeart/2018/2/layout/IconCircleList"/>
    <dgm:cxn modelId="{D79D1B40-AE5C-4BE5-9CEF-3BD2803CFE54}" type="presOf" srcId="{47D59291-E080-4FF1-98DE-73A61C0D7E13}" destId="{B8BB0520-FEA8-4954-AB48-B0D8BCFC960D}" srcOrd="0" destOrd="0" presId="urn:microsoft.com/office/officeart/2018/2/layout/IconCircleList"/>
    <dgm:cxn modelId="{E4BEC248-62B0-47D8-B9A3-30223D21F5D1}" type="presOf" srcId="{0963623A-59DC-44BE-BE23-6FAF1D1057F8}" destId="{085145FC-EF79-4DA8-939E-1DC6ECD9F8C5}" srcOrd="0" destOrd="0" presId="urn:microsoft.com/office/officeart/2018/2/layout/IconCircleList"/>
    <dgm:cxn modelId="{04D74C4A-8B5B-4260-BC89-1CC9332F99BD}" srcId="{1595C9F6-A31D-43CE-B3A7-565A2C557193}" destId="{1D24E1AD-CB35-4662-B8BD-0852B1CD2801}" srcOrd="3" destOrd="0" parTransId="{9D08B899-A3BD-465D-A927-D1DF98A62E5E}" sibTransId="{56DB59A1-A623-494D-A41E-2D6B8184321F}"/>
    <dgm:cxn modelId="{AC81E64E-C195-45E8-B99F-BCF4D7CB0C67}" type="presOf" srcId="{8622A830-0975-4D03-806E-6D08914499E3}" destId="{1869AC94-A9D9-43DC-954B-5A404CC3F17C}" srcOrd="0" destOrd="0" presId="urn:microsoft.com/office/officeart/2018/2/layout/IconCircleList"/>
    <dgm:cxn modelId="{2275E350-F536-4C0A-A4DE-7A06C45A54B3}" type="presOf" srcId="{03B355D5-925E-4443-94C4-209CF03FE5C0}" destId="{4120DA7B-F13D-42F1-BDF8-5DE26A33B7EA}" srcOrd="0" destOrd="0" presId="urn:microsoft.com/office/officeart/2018/2/layout/IconCircleList"/>
    <dgm:cxn modelId="{9DE6D286-ED87-41C5-8F02-C3ED2B2853DC}" type="presOf" srcId="{258BDAF6-3FAE-409F-B76F-11146FC3DF21}" destId="{2311B3F5-D1D7-4792-8AA8-31D1DAA7BB13}" srcOrd="0" destOrd="0" presId="urn:microsoft.com/office/officeart/2018/2/layout/IconCircleList"/>
    <dgm:cxn modelId="{39447291-6616-41BF-B494-B53634190BD2}" srcId="{1595C9F6-A31D-43CE-B3A7-565A2C557193}" destId="{8622A830-0975-4D03-806E-6D08914499E3}" srcOrd="0" destOrd="0" parTransId="{424606E9-FC0D-4399-89C4-F0A9E8AFC9EB}" sibTransId="{ABB046A2-5EF5-4DDA-8788-7F8BA43088B4}"/>
    <dgm:cxn modelId="{C8989FAA-FBA7-4BC1-B288-A521BBA383D4}" type="presOf" srcId="{1D24E1AD-CB35-4662-B8BD-0852B1CD2801}" destId="{B4A61EAD-DC45-4253-810E-E42AF67C8BC6}" srcOrd="0" destOrd="0" presId="urn:microsoft.com/office/officeart/2018/2/layout/IconCircleList"/>
    <dgm:cxn modelId="{110FABCE-4CEE-4503-8239-E1EDCB38AA41}" type="presOf" srcId="{ABB046A2-5EF5-4DDA-8788-7F8BA43088B4}" destId="{15EF67C8-5CE2-4A00-A322-325A592940BB}" srcOrd="0" destOrd="0" presId="urn:microsoft.com/office/officeart/2018/2/layout/IconCircleList"/>
    <dgm:cxn modelId="{972428DD-148C-4996-A1D7-7197FEB5DBD6}" srcId="{1595C9F6-A31D-43CE-B3A7-565A2C557193}" destId="{0963623A-59DC-44BE-BE23-6FAF1D1057F8}" srcOrd="1" destOrd="0" parTransId="{1664050A-C0B0-491B-9363-574C8E44B4DC}" sibTransId="{258BDAF6-3FAE-409F-B76F-11146FC3DF21}"/>
    <dgm:cxn modelId="{08C389F1-CEAB-4D9B-A4E6-AA860B8E94E7}" srcId="{1595C9F6-A31D-43CE-B3A7-565A2C557193}" destId="{47D59291-E080-4FF1-98DE-73A61C0D7E13}" srcOrd="2" destOrd="0" parTransId="{2A9EBCFE-1338-4A31-9335-CBE8C3CB4AAE}" sibTransId="{03B355D5-925E-4443-94C4-209CF03FE5C0}"/>
    <dgm:cxn modelId="{1C1E9895-56BC-4104-A01C-1F00FFF4C1F7}" type="presParOf" srcId="{8FFC4122-B5C7-4E2A-A78F-4391AB0B2F0C}" destId="{5CC742EB-D508-40E5-BB84-256B03174A66}" srcOrd="0" destOrd="0" presId="urn:microsoft.com/office/officeart/2018/2/layout/IconCircleList"/>
    <dgm:cxn modelId="{80EFCA5A-5526-492A-9F4F-D8DE0336DFCC}" type="presParOf" srcId="{5CC742EB-D508-40E5-BB84-256B03174A66}" destId="{626BD2FE-0E27-4EC9-BD8F-9268ACCC9B38}" srcOrd="0" destOrd="0" presId="urn:microsoft.com/office/officeart/2018/2/layout/IconCircleList"/>
    <dgm:cxn modelId="{B507E03E-CEA2-40FA-986F-9E014A8D98F1}" type="presParOf" srcId="{626BD2FE-0E27-4EC9-BD8F-9268ACCC9B38}" destId="{555EF917-1408-43DB-94EB-F92334021F6F}" srcOrd="0" destOrd="0" presId="urn:microsoft.com/office/officeart/2018/2/layout/IconCircleList"/>
    <dgm:cxn modelId="{C438D5F8-26E5-47AD-B4FE-AB2135D6C684}" type="presParOf" srcId="{626BD2FE-0E27-4EC9-BD8F-9268ACCC9B38}" destId="{BE8D9F78-1F71-43DC-8F0B-8D0DFC2AF898}" srcOrd="1" destOrd="0" presId="urn:microsoft.com/office/officeart/2018/2/layout/IconCircleList"/>
    <dgm:cxn modelId="{D5074AA9-03AD-4CE0-8471-3BDABB2044E0}" type="presParOf" srcId="{626BD2FE-0E27-4EC9-BD8F-9268ACCC9B38}" destId="{4FF5F4F5-4304-4622-80CA-B93087C78EEB}" srcOrd="2" destOrd="0" presId="urn:microsoft.com/office/officeart/2018/2/layout/IconCircleList"/>
    <dgm:cxn modelId="{DD6D688B-8C20-4FEC-813A-235D6922762C}" type="presParOf" srcId="{626BD2FE-0E27-4EC9-BD8F-9268ACCC9B38}" destId="{1869AC94-A9D9-43DC-954B-5A404CC3F17C}" srcOrd="3" destOrd="0" presId="urn:microsoft.com/office/officeart/2018/2/layout/IconCircleList"/>
    <dgm:cxn modelId="{0CC34478-DB68-4B5A-8B0D-97F562AEEAFC}" type="presParOf" srcId="{5CC742EB-D508-40E5-BB84-256B03174A66}" destId="{15EF67C8-5CE2-4A00-A322-325A592940BB}" srcOrd="1" destOrd="0" presId="urn:microsoft.com/office/officeart/2018/2/layout/IconCircleList"/>
    <dgm:cxn modelId="{DABA38DF-20D6-4AC7-81EA-5A9BB967192D}" type="presParOf" srcId="{5CC742EB-D508-40E5-BB84-256B03174A66}" destId="{91B04039-B263-422D-8B83-AEF30BBA6707}" srcOrd="2" destOrd="0" presId="urn:microsoft.com/office/officeart/2018/2/layout/IconCircleList"/>
    <dgm:cxn modelId="{39075270-7694-4144-9F2B-1FA093FB6C3F}" type="presParOf" srcId="{91B04039-B263-422D-8B83-AEF30BBA6707}" destId="{26118C9C-99E0-42DD-B7DB-19AD44508C31}" srcOrd="0" destOrd="0" presId="urn:microsoft.com/office/officeart/2018/2/layout/IconCircleList"/>
    <dgm:cxn modelId="{DC73E4C6-A03D-449E-8542-8DAE56371970}" type="presParOf" srcId="{91B04039-B263-422D-8B83-AEF30BBA6707}" destId="{F6BCF65E-F50F-420F-8FA4-4BFA55A34CE5}" srcOrd="1" destOrd="0" presId="urn:microsoft.com/office/officeart/2018/2/layout/IconCircleList"/>
    <dgm:cxn modelId="{6F2D0BA0-994E-4857-A8A8-D862C9CD4850}" type="presParOf" srcId="{91B04039-B263-422D-8B83-AEF30BBA6707}" destId="{BC2DE23F-7241-43B4-8B74-48C5D565C7D8}" srcOrd="2" destOrd="0" presId="urn:microsoft.com/office/officeart/2018/2/layout/IconCircleList"/>
    <dgm:cxn modelId="{FF9AC4D4-4784-4EDE-8A0F-385564C92418}" type="presParOf" srcId="{91B04039-B263-422D-8B83-AEF30BBA6707}" destId="{085145FC-EF79-4DA8-939E-1DC6ECD9F8C5}" srcOrd="3" destOrd="0" presId="urn:microsoft.com/office/officeart/2018/2/layout/IconCircleList"/>
    <dgm:cxn modelId="{F17A539C-B00D-4E6E-A506-CEA74D581C67}" type="presParOf" srcId="{5CC742EB-D508-40E5-BB84-256B03174A66}" destId="{2311B3F5-D1D7-4792-8AA8-31D1DAA7BB13}" srcOrd="3" destOrd="0" presId="urn:microsoft.com/office/officeart/2018/2/layout/IconCircleList"/>
    <dgm:cxn modelId="{5B3E90F3-F01F-40A7-B9C4-6C4FAC830585}" type="presParOf" srcId="{5CC742EB-D508-40E5-BB84-256B03174A66}" destId="{676703CE-36E5-48C7-9888-6037B5F4D2BA}" srcOrd="4" destOrd="0" presId="urn:microsoft.com/office/officeart/2018/2/layout/IconCircleList"/>
    <dgm:cxn modelId="{F243080C-EB98-4F9F-AC30-75E9F0FADC44}" type="presParOf" srcId="{676703CE-36E5-48C7-9888-6037B5F4D2BA}" destId="{95D14481-50A7-4539-BD10-693A14F74355}" srcOrd="0" destOrd="0" presId="urn:microsoft.com/office/officeart/2018/2/layout/IconCircleList"/>
    <dgm:cxn modelId="{4B995B90-0CA0-43E9-80DC-25FB225F5709}" type="presParOf" srcId="{676703CE-36E5-48C7-9888-6037B5F4D2BA}" destId="{54DB413A-74C2-44B3-A69F-D1CBB7D6D2D7}" srcOrd="1" destOrd="0" presId="urn:microsoft.com/office/officeart/2018/2/layout/IconCircleList"/>
    <dgm:cxn modelId="{B77A44E9-199B-47B5-8B8A-B62CD6418325}" type="presParOf" srcId="{676703CE-36E5-48C7-9888-6037B5F4D2BA}" destId="{33F4AB50-83B6-4E83-9877-5DD89F3A0D5C}" srcOrd="2" destOrd="0" presId="urn:microsoft.com/office/officeart/2018/2/layout/IconCircleList"/>
    <dgm:cxn modelId="{634F90BE-CCB4-4D3B-B750-26BF2314AA25}" type="presParOf" srcId="{676703CE-36E5-48C7-9888-6037B5F4D2BA}" destId="{B8BB0520-FEA8-4954-AB48-B0D8BCFC960D}" srcOrd="3" destOrd="0" presId="urn:microsoft.com/office/officeart/2018/2/layout/IconCircleList"/>
    <dgm:cxn modelId="{FD9C6F8B-8F73-4435-9725-2DC4C9FBCC48}" type="presParOf" srcId="{5CC742EB-D508-40E5-BB84-256B03174A66}" destId="{4120DA7B-F13D-42F1-BDF8-5DE26A33B7EA}" srcOrd="5" destOrd="0" presId="urn:microsoft.com/office/officeart/2018/2/layout/IconCircleList"/>
    <dgm:cxn modelId="{FF2CD5EE-8AA8-4549-938D-648A7C27EB33}" type="presParOf" srcId="{5CC742EB-D508-40E5-BB84-256B03174A66}" destId="{A6CE0464-ACA6-441B-8C9F-5405ED4ACBD5}" srcOrd="6" destOrd="0" presId="urn:microsoft.com/office/officeart/2018/2/layout/IconCircleList"/>
    <dgm:cxn modelId="{A9222DDC-24DA-41C3-A3B6-D0D8333BBCFC}" type="presParOf" srcId="{A6CE0464-ACA6-441B-8C9F-5405ED4ACBD5}" destId="{A98C12BB-9C85-487C-983A-70270C841112}" srcOrd="0" destOrd="0" presId="urn:microsoft.com/office/officeart/2018/2/layout/IconCircleList"/>
    <dgm:cxn modelId="{8FB62558-A112-42D7-AE4D-3D7A7DD64D2B}" type="presParOf" srcId="{A6CE0464-ACA6-441B-8C9F-5405ED4ACBD5}" destId="{CD8596FB-04B2-4303-AD0B-3D5F6052CA88}" srcOrd="1" destOrd="0" presId="urn:microsoft.com/office/officeart/2018/2/layout/IconCircleList"/>
    <dgm:cxn modelId="{D013B379-A328-420A-B66B-2B645EB7F740}" type="presParOf" srcId="{A6CE0464-ACA6-441B-8C9F-5405ED4ACBD5}" destId="{8B3E4B7E-E656-4D78-8132-A0FB237A8C11}" srcOrd="2" destOrd="0" presId="urn:microsoft.com/office/officeart/2018/2/layout/IconCircleList"/>
    <dgm:cxn modelId="{626057EC-6CE3-483D-9EBB-61020C97660A}" type="presParOf" srcId="{A6CE0464-ACA6-441B-8C9F-5405ED4ACBD5}" destId="{B4A61EAD-DC45-4253-810E-E42AF67C8BC6}"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53E1FB9-7E7D-461D-AF85-91BC05F869F6}"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416DCA6D-76FF-48FC-A117-6CA36064769B}">
      <dgm:prSet/>
      <dgm:spPr/>
      <dgm:t>
        <a:bodyPr/>
        <a:lstStyle/>
        <a:p>
          <a:pPr>
            <a:lnSpc>
              <a:spcPct val="100000"/>
            </a:lnSpc>
          </a:pPr>
          <a:r>
            <a:rPr lang="en-US"/>
            <a:t>Measuring complexity is hard</a:t>
          </a:r>
        </a:p>
      </dgm:t>
    </dgm:pt>
    <dgm:pt modelId="{830C47F9-16A8-4EC0-90DE-193C8EDF97A6}" type="parTrans" cxnId="{F250570C-5BE6-4279-B91D-D7F9F2D7CA60}">
      <dgm:prSet/>
      <dgm:spPr/>
      <dgm:t>
        <a:bodyPr/>
        <a:lstStyle/>
        <a:p>
          <a:endParaRPr lang="en-US"/>
        </a:p>
      </dgm:t>
    </dgm:pt>
    <dgm:pt modelId="{C9423775-9436-461D-90A0-094FE02A06DB}" type="sibTrans" cxnId="{F250570C-5BE6-4279-B91D-D7F9F2D7CA60}">
      <dgm:prSet/>
      <dgm:spPr/>
      <dgm:t>
        <a:bodyPr/>
        <a:lstStyle/>
        <a:p>
          <a:endParaRPr lang="en-US"/>
        </a:p>
      </dgm:t>
    </dgm:pt>
    <dgm:pt modelId="{5274512E-82B9-4C98-BFA4-968D4A838AE1}">
      <dgm:prSet/>
      <dgm:spPr/>
      <dgm:t>
        <a:bodyPr/>
        <a:lstStyle/>
        <a:p>
          <a:pPr>
            <a:lnSpc>
              <a:spcPct val="100000"/>
            </a:lnSpc>
          </a:pPr>
          <a:r>
            <a:rPr lang="en-US"/>
            <a:t>B1 does not equal understanding</a:t>
          </a:r>
        </a:p>
      </dgm:t>
    </dgm:pt>
    <dgm:pt modelId="{B5753866-B86E-49A4-BE6D-D22A56DB41F6}" type="parTrans" cxnId="{319BFB6A-804E-4FFD-AE8D-552F032B5DAA}">
      <dgm:prSet/>
      <dgm:spPr/>
      <dgm:t>
        <a:bodyPr/>
        <a:lstStyle/>
        <a:p>
          <a:endParaRPr lang="en-US"/>
        </a:p>
      </dgm:t>
    </dgm:pt>
    <dgm:pt modelId="{51C5CB54-3E51-4412-9515-1427E837E03C}" type="sibTrans" cxnId="{319BFB6A-804E-4FFD-AE8D-552F032B5DAA}">
      <dgm:prSet/>
      <dgm:spPr/>
      <dgm:t>
        <a:bodyPr/>
        <a:lstStyle/>
        <a:p>
          <a:endParaRPr lang="en-US"/>
        </a:p>
      </dgm:t>
    </dgm:pt>
    <dgm:pt modelId="{D81393D6-06C9-474A-A5F5-8520844FD1F0}">
      <dgm:prSet/>
      <dgm:spPr/>
      <dgm:t>
        <a:bodyPr/>
        <a:lstStyle/>
        <a:p>
          <a:pPr>
            <a:lnSpc>
              <a:spcPct val="100000"/>
            </a:lnSpc>
          </a:pPr>
          <a:r>
            <a:rPr lang="en-US"/>
            <a:t>Legal &amp; Institutional context is complex</a:t>
          </a:r>
        </a:p>
      </dgm:t>
    </dgm:pt>
    <dgm:pt modelId="{09143D11-57C2-44CF-8E36-7758CC7FA74C}" type="parTrans" cxnId="{08FDA6C1-D006-4E3B-9DB3-8918A5C24079}">
      <dgm:prSet/>
      <dgm:spPr/>
      <dgm:t>
        <a:bodyPr/>
        <a:lstStyle/>
        <a:p>
          <a:endParaRPr lang="en-US"/>
        </a:p>
      </dgm:t>
    </dgm:pt>
    <dgm:pt modelId="{2E01DEDA-70B8-4D59-99B2-4C7EF7BDFBA4}" type="sibTrans" cxnId="{08FDA6C1-D006-4E3B-9DB3-8918A5C24079}">
      <dgm:prSet/>
      <dgm:spPr/>
      <dgm:t>
        <a:bodyPr/>
        <a:lstStyle/>
        <a:p>
          <a:endParaRPr lang="en-US"/>
        </a:p>
      </dgm:t>
    </dgm:pt>
    <dgm:pt modelId="{9F238F60-190F-47A7-8827-5EC702B43004}">
      <dgm:prSet/>
      <dgm:spPr/>
      <dgm:t>
        <a:bodyPr/>
        <a:lstStyle/>
        <a:p>
          <a:pPr>
            <a:lnSpc>
              <a:spcPct val="100000"/>
            </a:lnSpc>
          </a:pPr>
          <a:r>
            <a:rPr lang="en-US"/>
            <a:t>AI can start shaping civic language</a:t>
          </a:r>
        </a:p>
      </dgm:t>
    </dgm:pt>
    <dgm:pt modelId="{119198A8-9C6F-4202-9ABE-CFED296BEA8E}" type="parTrans" cxnId="{EBA8245E-5713-45BB-96E5-1180109060BF}">
      <dgm:prSet/>
      <dgm:spPr/>
      <dgm:t>
        <a:bodyPr/>
        <a:lstStyle/>
        <a:p>
          <a:endParaRPr lang="en-US"/>
        </a:p>
      </dgm:t>
    </dgm:pt>
    <dgm:pt modelId="{7C0FBBD2-E201-473A-84DE-6AD45A283D64}" type="sibTrans" cxnId="{EBA8245E-5713-45BB-96E5-1180109060BF}">
      <dgm:prSet/>
      <dgm:spPr/>
      <dgm:t>
        <a:bodyPr/>
        <a:lstStyle/>
        <a:p>
          <a:endParaRPr lang="en-US"/>
        </a:p>
      </dgm:t>
    </dgm:pt>
    <dgm:pt modelId="{B7931281-DB22-4CE7-A8A2-2A74466CBA14}" type="pres">
      <dgm:prSet presAssocID="{B53E1FB9-7E7D-461D-AF85-91BC05F869F6}" presName="root" presStyleCnt="0">
        <dgm:presLayoutVars>
          <dgm:dir/>
          <dgm:resizeHandles val="exact"/>
        </dgm:presLayoutVars>
      </dgm:prSet>
      <dgm:spPr/>
    </dgm:pt>
    <dgm:pt modelId="{036A1BE1-28D9-4FD6-8731-0F9BE85D5149}" type="pres">
      <dgm:prSet presAssocID="{416DCA6D-76FF-48FC-A117-6CA36064769B}" presName="compNode" presStyleCnt="0"/>
      <dgm:spPr/>
    </dgm:pt>
    <dgm:pt modelId="{DEC8B502-C3FB-46DB-83A6-D4388A6D21B1}" type="pres">
      <dgm:prSet presAssocID="{416DCA6D-76FF-48FC-A117-6CA36064769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11691076-65B4-4C1A-8861-56416AC247FB}" type="pres">
      <dgm:prSet presAssocID="{416DCA6D-76FF-48FC-A117-6CA36064769B}" presName="spaceRect" presStyleCnt="0"/>
      <dgm:spPr/>
    </dgm:pt>
    <dgm:pt modelId="{E94B71A1-440D-4562-B700-53B9F8BA2013}" type="pres">
      <dgm:prSet presAssocID="{416DCA6D-76FF-48FC-A117-6CA36064769B}" presName="textRect" presStyleLbl="revTx" presStyleIdx="0" presStyleCnt="4">
        <dgm:presLayoutVars>
          <dgm:chMax val="1"/>
          <dgm:chPref val="1"/>
        </dgm:presLayoutVars>
      </dgm:prSet>
      <dgm:spPr/>
    </dgm:pt>
    <dgm:pt modelId="{C44B6052-13A2-4D0B-96AB-5836D7A1720F}" type="pres">
      <dgm:prSet presAssocID="{C9423775-9436-461D-90A0-094FE02A06DB}" presName="sibTrans" presStyleCnt="0"/>
      <dgm:spPr/>
    </dgm:pt>
    <dgm:pt modelId="{B3BC3A73-1258-4879-B4E7-1FB77E3F470F}" type="pres">
      <dgm:prSet presAssocID="{5274512E-82B9-4C98-BFA4-968D4A838AE1}" presName="compNode" presStyleCnt="0"/>
      <dgm:spPr/>
    </dgm:pt>
    <dgm:pt modelId="{87376627-47C8-4F15-9A0D-CB91ABB7FA27}" type="pres">
      <dgm:prSet presAssocID="{5274512E-82B9-4C98-BFA4-968D4A838AE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cales of Justice"/>
        </a:ext>
      </dgm:extLst>
    </dgm:pt>
    <dgm:pt modelId="{24B11821-9922-4B8F-B31F-C16515476187}" type="pres">
      <dgm:prSet presAssocID="{5274512E-82B9-4C98-BFA4-968D4A838AE1}" presName="spaceRect" presStyleCnt="0"/>
      <dgm:spPr/>
    </dgm:pt>
    <dgm:pt modelId="{890D4674-54C0-42BB-A72D-40791C1FB830}" type="pres">
      <dgm:prSet presAssocID="{5274512E-82B9-4C98-BFA4-968D4A838AE1}" presName="textRect" presStyleLbl="revTx" presStyleIdx="1" presStyleCnt="4">
        <dgm:presLayoutVars>
          <dgm:chMax val="1"/>
          <dgm:chPref val="1"/>
        </dgm:presLayoutVars>
      </dgm:prSet>
      <dgm:spPr/>
    </dgm:pt>
    <dgm:pt modelId="{B75F6C43-8556-4367-B0BB-4489BD321FF9}" type="pres">
      <dgm:prSet presAssocID="{51C5CB54-3E51-4412-9515-1427E837E03C}" presName="sibTrans" presStyleCnt="0"/>
      <dgm:spPr/>
    </dgm:pt>
    <dgm:pt modelId="{0EDAC866-CC97-4C7F-8096-3A25492BBDF6}" type="pres">
      <dgm:prSet presAssocID="{D81393D6-06C9-474A-A5F5-8520844FD1F0}" presName="compNode" presStyleCnt="0"/>
      <dgm:spPr/>
    </dgm:pt>
    <dgm:pt modelId="{A8E5A12F-9237-49D8-B240-6288634E72B7}" type="pres">
      <dgm:prSet presAssocID="{D81393D6-06C9-474A-A5F5-8520844FD1F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ank"/>
        </a:ext>
      </dgm:extLst>
    </dgm:pt>
    <dgm:pt modelId="{265A4153-5AD0-4770-833E-0A03C5D3732D}" type="pres">
      <dgm:prSet presAssocID="{D81393D6-06C9-474A-A5F5-8520844FD1F0}" presName="spaceRect" presStyleCnt="0"/>
      <dgm:spPr/>
    </dgm:pt>
    <dgm:pt modelId="{FE95BF10-758A-4029-A260-C36994384D16}" type="pres">
      <dgm:prSet presAssocID="{D81393D6-06C9-474A-A5F5-8520844FD1F0}" presName="textRect" presStyleLbl="revTx" presStyleIdx="2" presStyleCnt="4">
        <dgm:presLayoutVars>
          <dgm:chMax val="1"/>
          <dgm:chPref val="1"/>
        </dgm:presLayoutVars>
      </dgm:prSet>
      <dgm:spPr/>
    </dgm:pt>
    <dgm:pt modelId="{4C1B92D5-CAC7-4BD9-9E6F-85C5D0062B9F}" type="pres">
      <dgm:prSet presAssocID="{2E01DEDA-70B8-4D59-99B2-4C7EF7BDFBA4}" presName="sibTrans" presStyleCnt="0"/>
      <dgm:spPr/>
    </dgm:pt>
    <dgm:pt modelId="{9E5FA9C8-0DC2-4068-9D9E-42F9A1699A69}" type="pres">
      <dgm:prSet presAssocID="{9F238F60-190F-47A7-8827-5EC702B43004}" presName="compNode" presStyleCnt="0"/>
      <dgm:spPr/>
    </dgm:pt>
    <dgm:pt modelId="{8A76742A-AE48-4AB7-ADA0-561FBBEDC7FD}" type="pres">
      <dgm:prSet presAssocID="{9F238F60-190F-47A7-8827-5EC702B4300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hat"/>
        </a:ext>
      </dgm:extLst>
    </dgm:pt>
    <dgm:pt modelId="{42A9E1F8-C899-4FC5-942A-3AC0EB491D07}" type="pres">
      <dgm:prSet presAssocID="{9F238F60-190F-47A7-8827-5EC702B43004}" presName="spaceRect" presStyleCnt="0"/>
      <dgm:spPr/>
    </dgm:pt>
    <dgm:pt modelId="{5E8E23F9-52D8-4142-80A5-A3750BA870C5}" type="pres">
      <dgm:prSet presAssocID="{9F238F60-190F-47A7-8827-5EC702B43004}" presName="textRect" presStyleLbl="revTx" presStyleIdx="3" presStyleCnt="4">
        <dgm:presLayoutVars>
          <dgm:chMax val="1"/>
          <dgm:chPref val="1"/>
        </dgm:presLayoutVars>
      </dgm:prSet>
      <dgm:spPr/>
    </dgm:pt>
  </dgm:ptLst>
  <dgm:cxnLst>
    <dgm:cxn modelId="{DCDDA600-CFF0-463D-BC32-C0DF076CBAE6}" type="presOf" srcId="{9F238F60-190F-47A7-8827-5EC702B43004}" destId="{5E8E23F9-52D8-4142-80A5-A3750BA870C5}" srcOrd="0" destOrd="0" presId="urn:microsoft.com/office/officeart/2018/2/layout/IconLabelList"/>
    <dgm:cxn modelId="{F250570C-5BE6-4279-B91D-D7F9F2D7CA60}" srcId="{B53E1FB9-7E7D-461D-AF85-91BC05F869F6}" destId="{416DCA6D-76FF-48FC-A117-6CA36064769B}" srcOrd="0" destOrd="0" parTransId="{830C47F9-16A8-4EC0-90DE-193C8EDF97A6}" sibTransId="{C9423775-9436-461D-90A0-094FE02A06DB}"/>
    <dgm:cxn modelId="{EBA8245E-5713-45BB-96E5-1180109060BF}" srcId="{B53E1FB9-7E7D-461D-AF85-91BC05F869F6}" destId="{9F238F60-190F-47A7-8827-5EC702B43004}" srcOrd="3" destOrd="0" parTransId="{119198A8-9C6F-4202-9ABE-CFED296BEA8E}" sibTransId="{7C0FBBD2-E201-473A-84DE-6AD45A283D64}"/>
    <dgm:cxn modelId="{319BFB6A-804E-4FFD-AE8D-552F032B5DAA}" srcId="{B53E1FB9-7E7D-461D-AF85-91BC05F869F6}" destId="{5274512E-82B9-4C98-BFA4-968D4A838AE1}" srcOrd="1" destOrd="0" parTransId="{B5753866-B86E-49A4-BE6D-D22A56DB41F6}" sibTransId="{51C5CB54-3E51-4412-9515-1427E837E03C}"/>
    <dgm:cxn modelId="{13F9116C-524C-4AD1-90E1-0955ECA79489}" type="presOf" srcId="{D81393D6-06C9-474A-A5F5-8520844FD1F0}" destId="{FE95BF10-758A-4029-A260-C36994384D16}" srcOrd="0" destOrd="0" presId="urn:microsoft.com/office/officeart/2018/2/layout/IconLabelList"/>
    <dgm:cxn modelId="{090B4F7F-BB05-4CBE-A713-9208316DF6A0}" type="presOf" srcId="{B53E1FB9-7E7D-461D-AF85-91BC05F869F6}" destId="{B7931281-DB22-4CE7-A8A2-2A74466CBA14}" srcOrd="0" destOrd="0" presId="urn:microsoft.com/office/officeart/2018/2/layout/IconLabelList"/>
    <dgm:cxn modelId="{42327597-1A33-4E45-BDFC-A736B18DCB37}" type="presOf" srcId="{5274512E-82B9-4C98-BFA4-968D4A838AE1}" destId="{890D4674-54C0-42BB-A72D-40791C1FB830}" srcOrd="0" destOrd="0" presId="urn:microsoft.com/office/officeart/2018/2/layout/IconLabelList"/>
    <dgm:cxn modelId="{08FDA6C1-D006-4E3B-9DB3-8918A5C24079}" srcId="{B53E1FB9-7E7D-461D-AF85-91BC05F869F6}" destId="{D81393D6-06C9-474A-A5F5-8520844FD1F0}" srcOrd="2" destOrd="0" parTransId="{09143D11-57C2-44CF-8E36-7758CC7FA74C}" sibTransId="{2E01DEDA-70B8-4D59-99B2-4C7EF7BDFBA4}"/>
    <dgm:cxn modelId="{AA0C9AF5-B756-48C4-9693-C8FE9FC698EF}" type="presOf" srcId="{416DCA6D-76FF-48FC-A117-6CA36064769B}" destId="{E94B71A1-440D-4562-B700-53B9F8BA2013}" srcOrd="0" destOrd="0" presId="urn:microsoft.com/office/officeart/2018/2/layout/IconLabelList"/>
    <dgm:cxn modelId="{F4FD10EE-A26E-45DE-970A-FDA7B8D5AAC5}" type="presParOf" srcId="{B7931281-DB22-4CE7-A8A2-2A74466CBA14}" destId="{036A1BE1-28D9-4FD6-8731-0F9BE85D5149}" srcOrd="0" destOrd="0" presId="urn:microsoft.com/office/officeart/2018/2/layout/IconLabelList"/>
    <dgm:cxn modelId="{2EFD0D6A-8A2A-4EAC-BD89-3B949C5AA130}" type="presParOf" srcId="{036A1BE1-28D9-4FD6-8731-0F9BE85D5149}" destId="{DEC8B502-C3FB-46DB-83A6-D4388A6D21B1}" srcOrd="0" destOrd="0" presId="urn:microsoft.com/office/officeart/2018/2/layout/IconLabelList"/>
    <dgm:cxn modelId="{FCBF993F-8AE2-49BB-A9EF-E8A672EB08BC}" type="presParOf" srcId="{036A1BE1-28D9-4FD6-8731-0F9BE85D5149}" destId="{11691076-65B4-4C1A-8861-56416AC247FB}" srcOrd="1" destOrd="0" presId="urn:microsoft.com/office/officeart/2018/2/layout/IconLabelList"/>
    <dgm:cxn modelId="{B4B2C9EA-2B55-4D3B-9FBA-06666EF4B3DF}" type="presParOf" srcId="{036A1BE1-28D9-4FD6-8731-0F9BE85D5149}" destId="{E94B71A1-440D-4562-B700-53B9F8BA2013}" srcOrd="2" destOrd="0" presId="urn:microsoft.com/office/officeart/2018/2/layout/IconLabelList"/>
    <dgm:cxn modelId="{F23FA831-CA8A-4D70-8595-4994665C5488}" type="presParOf" srcId="{B7931281-DB22-4CE7-A8A2-2A74466CBA14}" destId="{C44B6052-13A2-4D0B-96AB-5836D7A1720F}" srcOrd="1" destOrd="0" presId="urn:microsoft.com/office/officeart/2018/2/layout/IconLabelList"/>
    <dgm:cxn modelId="{FE704633-637A-4339-AAE8-17C52A71C332}" type="presParOf" srcId="{B7931281-DB22-4CE7-A8A2-2A74466CBA14}" destId="{B3BC3A73-1258-4879-B4E7-1FB77E3F470F}" srcOrd="2" destOrd="0" presId="urn:microsoft.com/office/officeart/2018/2/layout/IconLabelList"/>
    <dgm:cxn modelId="{1F92F6BE-E55E-425B-B105-A57DC72112D9}" type="presParOf" srcId="{B3BC3A73-1258-4879-B4E7-1FB77E3F470F}" destId="{87376627-47C8-4F15-9A0D-CB91ABB7FA27}" srcOrd="0" destOrd="0" presId="urn:microsoft.com/office/officeart/2018/2/layout/IconLabelList"/>
    <dgm:cxn modelId="{F073BB51-CA58-4F6B-9AB1-8EA98329E2DF}" type="presParOf" srcId="{B3BC3A73-1258-4879-B4E7-1FB77E3F470F}" destId="{24B11821-9922-4B8F-B31F-C16515476187}" srcOrd="1" destOrd="0" presId="urn:microsoft.com/office/officeart/2018/2/layout/IconLabelList"/>
    <dgm:cxn modelId="{CC5D0FE5-3CBF-4A89-8654-569CB43399D2}" type="presParOf" srcId="{B3BC3A73-1258-4879-B4E7-1FB77E3F470F}" destId="{890D4674-54C0-42BB-A72D-40791C1FB830}" srcOrd="2" destOrd="0" presId="urn:microsoft.com/office/officeart/2018/2/layout/IconLabelList"/>
    <dgm:cxn modelId="{6D5E093A-D752-4315-9368-632AE2576D28}" type="presParOf" srcId="{B7931281-DB22-4CE7-A8A2-2A74466CBA14}" destId="{B75F6C43-8556-4367-B0BB-4489BD321FF9}" srcOrd="3" destOrd="0" presId="urn:microsoft.com/office/officeart/2018/2/layout/IconLabelList"/>
    <dgm:cxn modelId="{81FB8D0B-3776-41ED-BBBF-9A71EBA1FEE1}" type="presParOf" srcId="{B7931281-DB22-4CE7-A8A2-2A74466CBA14}" destId="{0EDAC866-CC97-4C7F-8096-3A25492BBDF6}" srcOrd="4" destOrd="0" presId="urn:microsoft.com/office/officeart/2018/2/layout/IconLabelList"/>
    <dgm:cxn modelId="{524DE0F7-70C8-4E38-BF13-C27DD3CAFD61}" type="presParOf" srcId="{0EDAC866-CC97-4C7F-8096-3A25492BBDF6}" destId="{A8E5A12F-9237-49D8-B240-6288634E72B7}" srcOrd="0" destOrd="0" presId="urn:microsoft.com/office/officeart/2018/2/layout/IconLabelList"/>
    <dgm:cxn modelId="{936536DE-39C2-45B6-91F9-6C5FB29DD473}" type="presParOf" srcId="{0EDAC866-CC97-4C7F-8096-3A25492BBDF6}" destId="{265A4153-5AD0-4770-833E-0A03C5D3732D}" srcOrd="1" destOrd="0" presId="urn:microsoft.com/office/officeart/2018/2/layout/IconLabelList"/>
    <dgm:cxn modelId="{0C01033E-BF8D-4460-B1F5-57FEDC1B112F}" type="presParOf" srcId="{0EDAC866-CC97-4C7F-8096-3A25492BBDF6}" destId="{FE95BF10-758A-4029-A260-C36994384D16}" srcOrd="2" destOrd="0" presId="urn:microsoft.com/office/officeart/2018/2/layout/IconLabelList"/>
    <dgm:cxn modelId="{62B54BC8-DB43-4FF3-9EF3-EFAF0DA9D4C6}" type="presParOf" srcId="{B7931281-DB22-4CE7-A8A2-2A74466CBA14}" destId="{4C1B92D5-CAC7-4BD9-9E6F-85C5D0062B9F}" srcOrd="5" destOrd="0" presId="urn:microsoft.com/office/officeart/2018/2/layout/IconLabelList"/>
    <dgm:cxn modelId="{DD757A56-8F76-4EBF-9857-E94D8902922D}" type="presParOf" srcId="{B7931281-DB22-4CE7-A8A2-2A74466CBA14}" destId="{9E5FA9C8-0DC2-4068-9D9E-42F9A1699A69}" srcOrd="6" destOrd="0" presId="urn:microsoft.com/office/officeart/2018/2/layout/IconLabelList"/>
    <dgm:cxn modelId="{CE16CEBC-4A58-46DC-8772-2C396A9C3B7E}" type="presParOf" srcId="{9E5FA9C8-0DC2-4068-9D9E-42F9A1699A69}" destId="{8A76742A-AE48-4AB7-ADA0-561FBBEDC7FD}" srcOrd="0" destOrd="0" presId="urn:microsoft.com/office/officeart/2018/2/layout/IconLabelList"/>
    <dgm:cxn modelId="{AAA4D15C-5AC2-412F-8869-69D590C18C70}" type="presParOf" srcId="{9E5FA9C8-0DC2-4068-9D9E-42F9A1699A69}" destId="{42A9E1F8-C899-4FC5-942A-3AC0EB491D07}" srcOrd="1" destOrd="0" presId="urn:microsoft.com/office/officeart/2018/2/layout/IconLabelList"/>
    <dgm:cxn modelId="{EBB4B2C7-2674-4B03-9CEC-79D034FB93C6}" type="presParOf" srcId="{9E5FA9C8-0DC2-4068-9D9E-42F9A1699A69}" destId="{5E8E23F9-52D8-4142-80A5-A3750BA870C5}"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D7C5E30-F9D5-4811-B6AB-4E0E2221A68D}" type="doc">
      <dgm:prSet loTypeId="urn:microsoft.com/office/officeart/2018/2/layout/IconCircleList" loCatId="icon" qsTypeId="urn:microsoft.com/office/officeart/2005/8/quickstyle/simple1" qsCatId="simple" csTypeId="urn:microsoft.com/office/officeart/2018/5/colors/Iconchunking_neutralicon_accent1_2" csCatId="accent1" phldr="1"/>
      <dgm:spPr/>
      <dgm:t>
        <a:bodyPr/>
        <a:lstStyle/>
        <a:p>
          <a:endParaRPr lang="en-US"/>
        </a:p>
      </dgm:t>
    </dgm:pt>
    <dgm:pt modelId="{A56C31A0-ADB1-4BFF-8D99-6524C94B0C6C}">
      <dgm:prSet/>
      <dgm:spPr/>
      <dgm:t>
        <a:bodyPr/>
        <a:lstStyle/>
        <a:p>
          <a:pPr>
            <a:lnSpc>
              <a:spcPct val="100000"/>
            </a:lnSpc>
          </a:pPr>
          <a:r>
            <a:rPr lang="en-US" dirty="0"/>
            <a:t>Literacy decline acceleration</a:t>
          </a:r>
        </a:p>
      </dgm:t>
    </dgm:pt>
    <dgm:pt modelId="{4D54CB6D-0815-4382-A871-DB4802C3ADCB}" type="parTrans" cxnId="{3729527A-5F70-415E-8FD6-681F80126200}">
      <dgm:prSet/>
      <dgm:spPr/>
      <dgm:t>
        <a:bodyPr/>
        <a:lstStyle/>
        <a:p>
          <a:endParaRPr lang="en-US"/>
        </a:p>
      </dgm:t>
    </dgm:pt>
    <dgm:pt modelId="{65FD61B5-04E5-4EB5-B4AB-87AC087A65A0}" type="sibTrans" cxnId="{3729527A-5F70-415E-8FD6-681F80126200}">
      <dgm:prSet/>
      <dgm:spPr/>
      <dgm:t>
        <a:bodyPr/>
        <a:lstStyle/>
        <a:p>
          <a:pPr>
            <a:lnSpc>
              <a:spcPct val="100000"/>
            </a:lnSpc>
          </a:pPr>
          <a:endParaRPr lang="en-US"/>
        </a:p>
      </dgm:t>
    </dgm:pt>
    <dgm:pt modelId="{543AEE71-AAE4-49A4-9D22-B7054E0D4CCC}">
      <dgm:prSet/>
      <dgm:spPr/>
      <dgm:t>
        <a:bodyPr/>
        <a:lstStyle/>
        <a:p>
          <a:pPr>
            <a:lnSpc>
              <a:spcPct val="100000"/>
            </a:lnSpc>
          </a:pPr>
          <a:r>
            <a:rPr lang="en-US"/>
            <a:t>Complexity measures especially CERF are limited</a:t>
          </a:r>
        </a:p>
      </dgm:t>
    </dgm:pt>
    <dgm:pt modelId="{1EC174F9-1EFC-419E-92EF-A963E3B1E4CB}" type="parTrans" cxnId="{9A59AAA4-8EA0-427E-A9F1-0D2D70CEA7EF}">
      <dgm:prSet/>
      <dgm:spPr/>
      <dgm:t>
        <a:bodyPr/>
        <a:lstStyle/>
        <a:p>
          <a:endParaRPr lang="en-US"/>
        </a:p>
      </dgm:t>
    </dgm:pt>
    <dgm:pt modelId="{F6A5C665-99D7-46CB-9442-219AB1027805}" type="sibTrans" cxnId="{9A59AAA4-8EA0-427E-A9F1-0D2D70CEA7EF}">
      <dgm:prSet/>
      <dgm:spPr/>
      <dgm:t>
        <a:bodyPr/>
        <a:lstStyle/>
        <a:p>
          <a:pPr>
            <a:lnSpc>
              <a:spcPct val="100000"/>
            </a:lnSpc>
          </a:pPr>
          <a:endParaRPr lang="en-US"/>
        </a:p>
      </dgm:t>
    </dgm:pt>
    <dgm:pt modelId="{58448777-EE3F-43F8-8A5F-EA14C8E6705B}">
      <dgm:prSet/>
      <dgm:spPr/>
      <dgm:t>
        <a:bodyPr/>
        <a:lstStyle/>
        <a:p>
          <a:pPr>
            <a:lnSpc>
              <a:spcPct val="100000"/>
            </a:lnSpc>
          </a:pPr>
          <a:r>
            <a:rPr lang="en-US" dirty="0"/>
            <a:t>AI converges and standardizes language</a:t>
          </a:r>
        </a:p>
      </dgm:t>
    </dgm:pt>
    <dgm:pt modelId="{1B9414F8-0BBD-49B1-92E2-CC9AD4C9CE21}" type="parTrans" cxnId="{9BECFA85-5434-4FBE-A288-F78E09A5E1CE}">
      <dgm:prSet/>
      <dgm:spPr/>
      <dgm:t>
        <a:bodyPr/>
        <a:lstStyle/>
        <a:p>
          <a:endParaRPr lang="en-US"/>
        </a:p>
      </dgm:t>
    </dgm:pt>
    <dgm:pt modelId="{2E7B4CBE-7CC3-482C-A364-56F485349150}" type="sibTrans" cxnId="{9BECFA85-5434-4FBE-A288-F78E09A5E1CE}">
      <dgm:prSet/>
      <dgm:spPr/>
      <dgm:t>
        <a:bodyPr/>
        <a:lstStyle/>
        <a:p>
          <a:endParaRPr lang="en-US"/>
        </a:p>
      </dgm:t>
    </dgm:pt>
    <dgm:pt modelId="{B639E0C8-C191-4A93-9424-C8698275C52E}" type="pres">
      <dgm:prSet presAssocID="{DD7C5E30-F9D5-4811-B6AB-4E0E2221A68D}" presName="root" presStyleCnt="0">
        <dgm:presLayoutVars>
          <dgm:dir/>
          <dgm:resizeHandles val="exact"/>
        </dgm:presLayoutVars>
      </dgm:prSet>
      <dgm:spPr/>
    </dgm:pt>
    <dgm:pt modelId="{D2680686-6E87-4EC0-84B3-D2344F44C207}" type="pres">
      <dgm:prSet presAssocID="{DD7C5E30-F9D5-4811-B6AB-4E0E2221A68D}" presName="container" presStyleCnt="0">
        <dgm:presLayoutVars>
          <dgm:dir/>
          <dgm:resizeHandles val="exact"/>
        </dgm:presLayoutVars>
      </dgm:prSet>
      <dgm:spPr/>
    </dgm:pt>
    <dgm:pt modelId="{39FA751F-D2A0-4E41-AE55-C9E73E4EA5BD}" type="pres">
      <dgm:prSet presAssocID="{A56C31A0-ADB1-4BFF-8D99-6524C94B0C6C}" presName="compNode" presStyleCnt="0"/>
      <dgm:spPr/>
    </dgm:pt>
    <dgm:pt modelId="{8E5D101F-E7DD-4EFB-BE20-A4BAA6AEBC4B}" type="pres">
      <dgm:prSet presAssocID="{A56C31A0-ADB1-4BFF-8D99-6524C94B0C6C}" presName="iconBgRect" presStyleLbl="bgShp" presStyleIdx="0" presStyleCnt="3"/>
      <dgm:spPr/>
    </dgm:pt>
    <dgm:pt modelId="{221F1BEA-46A4-427C-A158-A77E64711557}" type="pres">
      <dgm:prSet presAssocID="{A56C31A0-ADB1-4BFF-8D99-6524C94B0C6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oks"/>
        </a:ext>
      </dgm:extLst>
    </dgm:pt>
    <dgm:pt modelId="{0115AB35-6764-463F-ADE8-BE13F6A51754}" type="pres">
      <dgm:prSet presAssocID="{A56C31A0-ADB1-4BFF-8D99-6524C94B0C6C}" presName="spaceRect" presStyleCnt="0"/>
      <dgm:spPr/>
    </dgm:pt>
    <dgm:pt modelId="{D3265C7F-0BAA-4FB9-97DB-1A1D7C149507}" type="pres">
      <dgm:prSet presAssocID="{A56C31A0-ADB1-4BFF-8D99-6524C94B0C6C}" presName="textRect" presStyleLbl="revTx" presStyleIdx="0" presStyleCnt="3">
        <dgm:presLayoutVars>
          <dgm:chMax val="1"/>
          <dgm:chPref val="1"/>
        </dgm:presLayoutVars>
      </dgm:prSet>
      <dgm:spPr/>
    </dgm:pt>
    <dgm:pt modelId="{1BB1DC06-7A4E-4969-B88C-E1193812456B}" type="pres">
      <dgm:prSet presAssocID="{65FD61B5-04E5-4EB5-B4AB-87AC087A65A0}" presName="sibTrans" presStyleLbl="sibTrans2D1" presStyleIdx="0" presStyleCnt="0"/>
      <dgm:spPr/>
    </dgm:pt>
    <dgm:pt modelId="{3963AB42-3466-482B-AF4C-4A7F6B7C854B}" type="pres">
      <dgm:prSet presAssocID="{543AEE71-AAE4-49A4-9D22-B7054E0D4CCC}" presName="compNode" presStyleCnt="0"/>
      <dgm:spPr/>
    </dgm:pt>
    <dgm:pt modelId="{71D6F37D-D545-46A0-B127-22A57CEEDEDD}" type="pres">
      <dgm:prSet presAssocID="{543AEE71-AAE4-49A4-9D22-B7054E0D4CCC}" presName="iconBgRect" presStyleLbl="bgShp" presStyleIdx="1" presStyleCnt="3"/>
      <dgm:spPr/>
    </dgm:pt>
    <dgm:pt modelId="{2D1DE316-E29A-4BAA-A72A-C5C174D2DDC6}" type="pres">
      <dgm:prSet presAssocID="{543AEE71-AAE4-49A4-9D22-B7054E0D4CC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arning"/>
        </a:ext>
      </dgm:extLst>
    </dgm:pt>
    <dgm:pt modelId="{DFA2FA9F-1F8A-4143-98F1-2600A4852C63}" type="pres">
      <dgm:prSet presAssocID="{543AEE71-AAE4-49A4-9D22-B7054E0D4CCC}" presName="spaceRect" presStyleCnt="0"/>
      <dgm:spPr/>
    </dgm:pt>
    <dgm:pt modelId="{B8AD5CA2-E6FF-421E-9A5F-71C5ADE69F29}" type="pres">
      <dgm:prSet presAssocID="{543AEE71-AAE4-49A4-9D22-B7054E0D4CCC}" presName="textRect" presStyleLbl="revTx" presStyleIdx="1" presStyleCnt="3">
        <dgm:presLayoutVars>
          <dgm:chMax val="1"/>
          <dgm:chPref val="1"/>
        </dgm:presLayoutVars>
      </dgm:prSet>
      <dgm:spPr/>
    </dgm:pt>
    <dgm:pt modelId="{5F74D265-9159-4151-8E9C-FCFC528B8919}" type="pres">
      <dgm:prSet presAssocID="{F6A5C665-99D7-46CB-9442-219AB1027805}" presName="sibTrans" presStyleLbl="sibTrans2D1" presStyleIdx="0" presStyleCnt="0"/>
      <dgm:spPr/>
    </dgm:pt>
    <dgm:pt modelId="{2925FFC8-B57E-4AC3-90B6-3641B4B9FB63}" type="pres">
      <dgm:prSet presAssocID="{58448777-EE3F-43F8-8A5F-EA14C8E6705B}" presName="compNode" presStyleCnt="0"/>
      <dgm:spPr/>
    </dgm:pt>
    <dgm:pt modelId="{648103C4-379C-49ED-8B29-D9F9D17D74B0}" type="pres">
      <dgm:prSet presAssocID="{58448777-EE3F-43F8-8A5F-EA14C8E6705B}" presName="iconBgRect" presStyleLbl="bgShp" presStyleIdx="2" presStyleCnt="3"/>
      <dgm:spPr/>
    </dgm:pt>
    <dgm:pt modelId="{442799E2-DEA0-42F5-A69E-4EEADAC5D372}" type="pres">
      <dgm:prSet presAssocID="{58448777-EE3F-43F8-8A5F-EA14C8E6705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BFAB0EAD-3E38-4A82-9C13-217D5EFFAB11}" type="pres">
      <dgm:prSet presAssocID="{58448777-EE3F-43F8-8A5F-EA14C8E6705B}" presName="spaceRect" presStyleCnt="0"/>
      <dgm:spPr/>
    </dgm:pt>
    <dgm:pt modelId="{8B3D5E8B-A2E7-4DE1-93F6-43EB98A2117A}" type="pres">
      <dgm:prSet presAssocID="{58448777-EE3F-43F8-8A5F-EA14C8E6705B}" presName="textRect" presStyleLbl="revTx" presStyleIdx="2" presStyleCnt="3">
        <dgm:presLayoutVars>
          <dgm:chMax val="1"/>
          <dgm:chPref val="1"/>
        </dgm:presLayoutVars>
      </dgm:prSet>
      <dgm:spPr/>
    </dgm:pt>
  </dgm:ptLst>
  <dgm:cxnLst>
    <dgm:cxn modelId="{4A26611D-27E6-48CA-BC5C-01EE69A11F51}" type="presOf" srcId="{F6A5C665-99D7-46CB-9442-219AB1027805}" destId="{5F74D265-9159-4151-8E9C-FCFC528B8919}" srcOrd="0" destOrd="0" presId="urn:microsoft.com/office/officeart/2018/2/layout/IconCircleList"/>
    <dgm:cxn modelId="{DCD3AB6E-E7A6-45D8-8CB2-634091590315}" type="presOf" srcId="{58448777-EE3F-43F8-8A5F-EA14C8E6705B}" destId="{8B3D5E8B-A2E7-4DE1-93F6-43EB98A2117A}" srcOrd="0" destOrd="0" presId="urn:microsoft.com/office/officeart/2018/2/layout/IconCircleList"/>
    <dgm:cxn modelId="{EF05166F-EBC8-45EA-861C-93AB5E0F7FA2}" type="presOf" srcId="{65FD61B5-04E5-4EB5-B4AB-87AC087A65A0}" destId="{1BB1DC06-7A4E-4969-B88C-E1193812456B}" srcOrd="0" destOrd="0" presId="urn:microsoft.com/office/officeart/2018/2/layout/IconCircleList"/>
    <dgm:cxn modelId="{EA21E46F-448B-4D46-B2A3-ED8268177BCC}" type="presOf" srcId="{A56C31A0-ADB1-4BFF-8D99-6524C94B0C6C}" destId="{D3265C7F-0BAA-4FB9-97DB-1A1D7C149507}" srcOrd="0" destOrd="0" presId="urn:microsoft.com/office/officeart/2018/2/layout/IconCircleList"/>
    <dgm:cxn modelId="{F06BFF4F-B64F-4676-B04E-B74DAB8E0213}" type="presOf" srcId="{543AEE71-AAE4-49A4-9D22-B7054E0D4CCC}" destId="{B8AD5CA2-E6FF-421E-9A5F-71C5ADE69F29}" srcOrd="0" destOrd="0" presId="urn:microsoft.com/office/officeart/2018/2/layout/IconCircleList"/>
    <dgm:cxn modelId="{3729527A-5F70-415E-8FD6-681F80126200}" srcId="{DD7C5E30-F9D5-4811-B6AB-4E0E2221A68D}" destId="{A56C31A0-ADB1-4BFF-8D99-6524C94B0C6C}" srcOrd="0" destOrd="0" parTransId="{4D54CB6D-0815-4382-A871-DB4802C3ADCB}" sibTransId="{65FD61B5-04E5-4EB5-B4AB-87AC087A65A0}"/>
    <dgm:cxn modelId="{9BECFA85-5434-4FBE-A288-F78E09A5E1CE}" srcId="{DD7C5E30-F9D5-4811-B6AB-4E0E2221A68D}" destId="{58448777-EE3F-43F8-8A5F-EA14C8E6705B}" srcOrd="2" destOrd="0" parTransId="{1B9414F8-0BBD-49B1-92E2-CC9AD4C9CE21}" sibTransId="{2E7B4CBE-7CC3-482C-A364-56F485349150}"/>
    <dgm:cxn modelId="{BC0D3D97-D85E-4C1A-9737-BC1831DAB933}" type="presOf" srcId="{DD7C5E30-F9D5-4811-B6AB-4E0E2221A68D}" destId="{B639E0C8-C191-4A93-9424-C8698275C52E}" srcOrd="0" destOrd="0" presId="urn:microsoft.com/office/officeart/2018/2/layout/IconCircleList"/>
    <dgm:cxn modelId="{9A59AAA4-8EA0-427E-A9F1-0D2D70CEA7EF}" srcId="{DD7C5E30-F9D5-4811-B6AB-4E0E2221A68D}" destId="{543AEE71-AAE4-49A4-9D22-B7054E0D4CCC}" srcOrd="1" destOrd="0" parTransId="{1EC174F9-1EFC-419E-92EF-A963E3B1E4CB}" sibTransId="{F6A5C665-99D7-46CB-9442-219AB1027805}"/>
    <dgm:cxn modelId="{163EACDD-2B7A-4B36-8F18-3D013BA5E61D}" type="presParOf" srcId="{B639E0C8-C191-4A93-9424-C8698275C52E}" destId="{D2680686-6E87-4EC0-84B3-D2344F44C207}" srcOrd="0" destOrd="0" presId="urn:microsoft.com/office/officeart/2018/2/layout/IconCircleList"/>
    <dgm:cxn modelId="{68E07BF4-45C6-41AC-B45C-677457BFA95B}" type="presParOf" srcId="{D2680686-6E87-4EC0-84B3-D2344F44C207}" destId="{39FA751F-D2A0-4E41-AE55-C9E73E4EA5BD}" srcOrd="0" destOrd="0" presId="urn:microsoft.com/office/officeart/2018/2/layout/IconCircleList"/>
    <dgm:cxn modelId="{31758D34-72BC-47F5-AA18-7482929CB62E}" type="presParOf" srcId="{39FA751F-D2A0-4E41-AE55-C9E73E4EA5BD}" destId="{8E5D101F-E7DD-4EFB-BE20-A4BAA6AEBC4B}" srcOrd="0" destOrd="0" presId="urn:microsoft.com/office/officeart/2018/2/layout/IconCircleList"/>
    <dgm:cxn modelId="{92F307DB-3C17-4F4B-B834-BEFB43EAE815}" type="presParOf" srcId="{39FA751F-D2A0-4E41-AE55-C9E73E4EA5BD}" destId="{221F1BEA-46A4-427C-A158-A77E64711557}" srcOrd="1" destOrd="0" presId="urn:microsoft.com/office/officeart/2018/2/layout/IconCircleList"/>
    <dgm:cxn modelId="{852E0685-08AA-49ED-9637-1D28F46EA61D}" type="presParOf" srcId="{39FA751F-D2A0-4E41-AE55-C9E73E4EA5BD}" destId="{0115AB35-6764-463F-ADE8-BE13F6A51754}" srcOrd="2" destOrd="0" presId="urn:microsoft.com/office/officeart/2018/2/layout/IconCircleList"/>
    <dgm:cxn modelId="{2B4D4B85-9D91-4988-8992-56662889966C}" type="presParOf" srcId="{39FA751F-D2A0-4E41-AE55-C9E73E4EA5BD}" destId="{D3265C7F-0BAA-4FB9-97DB-1A1D7C149507}" srcOrd="3" destOrd="0" presId="urn:microsoft.com/office/officeart/2018/2/layout/IconCircleList"/>
    <dgm:cxn modelId="{3BB15A76-A6A9-4408-A98C-33EB128BF977}" type="presParOf" srcId="{D2680686-6E87-4EC0-84B3-D2344F44C207}" destId="{1BB1DC06-7A4E-4969-B88C-E1193812456B}" srcOrd="1" destOrd="0" presId="urn:microsoft.com/office/officeart/2018/2/layout/IconCircleList"/>
    <dgm:cxn modelId="{5C26FFE9-CF1A-47CE-BA1B-8A537DD786C6}" type="presParOf" srcId="{D2680686-6E87-4EC0-84B3-D2344F44C207}" destId="{3963AB42-3466-482B-AF4C-4A7F6B7C854B}" srcOrd="2" destOrd="0" presId="urn:microsoft.com/office/officeart/2018/2/layout/IconCircleList"/>
    <dgm:cxn modelId="{B494F44C-2411-444F-8A23-A470E300B8E1}" type="presParOf" srcId="{3963AB42-3466-482B-AF4C-4A7F6B7C854B}" destId="{71D6F37D-D545-46A0-B127-22A57CEEDEDD}" srcOrd="0" destOrd="0" presId="urn:microsoft.com/office/officeart/2018/2/layout/IconCircleList"/>
    <dgm:cxn modelId="{4FDAA277-83FD-48FE-A8A6-751344A55820}" type="presParOf" srcId="{3963AB42-3466-482B-AF4C-4A7F6B7C854B}" destId="{2D1DE316-E29A-4BAA-A72A-C5C174D2DDC6}" srcOrd="1" destOrd="0" presId="urn:microsoft.com/office/officeart/2018/2/layout/IconCircleList"/>
    <dgm:cxn modelId="{EA15187E-9EC2-42A5-B920-4CEE4CE48C8C}" type="presParOf" srcId="{3963AB42-3466-482B-AF4C-4A7F6B7C854B}" destId="{DFA2FA9F-1F8A-4143-98F1-2600A4852C63}" srcOrd="2" destOrd="0" presId="urn:microsoft.com/office/officeart/2018/2/layout/IconCircleList"/>
    <dgm:cxn modelId="{796E6DF4-D2BE-44FB-AD91-1653D3E11487}" type="presParOf" srcId="{3963AB42-3466-482B-AF4C-4A7F6B7C854B}" destId="{B8AD5CA2-E6FF-421E-9A5F-71C5ADE69F29}" srcOrd="3" destOrd="0" presId="urn:microsoft.com/office/officeart/2018/2/layout/IconCircleList"/>
    <dgm:cxn modelId="{8A443E34-89C7-4BE8-AD0D-82F30E5D4094}" type="presParOf" srcId="{D2680686-6E87-4EC0-84B3-D2344F44C207}" destId="{5F74D265-9159-4151-8E9C-FCFC528B8919}" srcOrd="3" destOrd="0" presId="urn:microsoft.com/office/officeart/2018/2/layout/IconCircleList"/>
    <dgm:cxn modelId="{DD09AF7C-F6E5-446A-9D2E-796341CE9304}" type="presParOf" srcId="{D2680686-6E87-4EC0-84B3-D2344F44C207}" destId="{2925FFC8-B57E-4AC3-90B6-3641B4B9FB63}" srcOrd="4" destOrd="0" presId="urn:microsoft.com/office/officeart/2018/2/layout/IconCircleList"/>
    <dgm:cxn modelId="{FD5119FF-57A5-4242-ACA5-A0E0F17F9A79}" type="presParOf" srcId="{2925FFC8-B57E-4AC3-90B6-3641B4B9FB63}" destId="{648103C4-379C-49ED-8B29-D9F9D17D74B0}" srcOrd="0" destOrd="0" presId="urn:microsoft.com/office/officeart/2018/2/layout/IconCircleList"/>
    <dgm:cxn modelId="{014C95D6-64E8-4DF4-8B87-F3BCCF80B3A2}" type="presParOf" srcId="{2925FFC8-B57E-4AC3-90B6-3641B4B9FB63}" destId="{442799E2-DEA0-42F5-A69E-4EEADAC5D372}" srcOrd="1" destOrd="0" presId="urn:microsoft.com/office/officeart/2018/2/layout/IconCircleList"/>
    <dgm:cxn modelId="{53732D6C-D9C5-4EEF-B2D1-76EC7DE1F769}" type="presParOf" srcId="{2925FFC8-B57E-4AC3-90B6-3641B4B9FB63}" destId="{BFAB0EAD-3E38-4A82-9C13-217D5EFFAB11}" srcOrd="2" destOrd="0" presId="urn:microsoft.com/office/officeart/2018/2/layout/IconCircleList"/>
    <dgm:cxn modelId="{C5F568CB-55A4-48C9-A32D-7153926E59AE}" type="presParOf" srcId="{2925FFC8-B57E-4AC3-90B6-3641B4B9FB63}" destId="{8B3D5E8B-A2E7-4DE1-93F6-43EB98A2117A}"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AAE0095-BB4C-4D4C-B48A-6D67E2D119C4}"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4AEF7182-68AC-48A7-A841-4DA23A135213}">
      <dgm:prSet/>
      <dgm:spPr/>
      <dgm:t>
        <a:bodyPr/>
        <a:lstStyle/>
        <a:p>
          <a:pPr>
            <a:lnSpc>
              <a:spcPct val="100000"/>
            </a:lnSpc>
          </a:pPr>
          <a:r>
            <a:rPr lang="en-GB"/>
            <a:t>LLMs generate </a:t>
          </a:r>
          <a:r>
            <a:rPr lang="en-GB" i="1"/>
            <a:t>statistically average</a:t>
          </a:r>
          <a:r>
            <a:rPr lang="en-GB"/>
            <a:t> language</a:t>
          </a:r>
          <a:endParaRPr lang="en-US"/>
        </a:p>
      </dgm:t>
    </dgm:pt>
    <dgm:pt modelId="{1462D4EC-8150-4344-8237-99F5620544E4}" type="parTrans" cxnId="{183300A6-4B50-4ADD-9729-4EFCF32C092B}">
      <dgm:prSet/>
      <dgm:spPr/>
      <dgm:t>
        <a:bodyPr/>
        <a:lstStyle/>
        <a:p>
          <a:endParaRPr lang="en-US"/>
        </a:p>
      </dgm:t>
    </dgm:pt>
    <dgm:pt modelId="{20C0932A-5F27-47F2-ABE1-69D3D129CAC8}" type="sibTrans" cxnId="{183300A6-4B50-4ADD-9729-4EFCF32C092B}">
      <dgm:prSet/>
      <dgm:spPr/>
      <dgm:t>
        <a:bodyPr/>
        <a:lstStyle/>
        <a:p>
          <a:pPr>
            <a:lnSpc>
              <a:spcPct val="100000"/>
            </a:lnSpc>
          </a:pPr>
          <a:endParaRPr lang="en-US"/>
        </a:p>
      </dgm:t>
    </dgm:pt>
    <dgm:pt modelId="{29C6184D-B918-4016-AB16-9C8BA57664A0}">
      <dgm:prSet/>
      <dgm:spPr/>
      <dgm:t>
        <a:bodyPr/>
        <a:lstStyle/>
        <a:p>
          <a:pPr>
            <a:lnSpc>
              <a:spcPct val="100000"/>
            </a:lnSpc>
          </a:pPr>
          <a:r>
            <a:rPr lang="en-GB"/>
            <a:t>Simplification optimizes for predictability, not richness</a:t>
          </a:r>
          <a:endParaRPr lang="en-US"/>
        </a:p>
      </dgm:t>
    </dgm:pt>
    <dgm:pt modelId="{67D03C84-332E-4235-AC54-54C6315A9C4F}" type="parTrans" cxnId="{DC3E714B-6510-4B45-9B61-82857EF39A4F}">
      <dgm:prSet/>
      <dgm:spPr/>
      <dgm:t>
        <a:bodyPr/>
        <a:lstStyle/>
        <a:p>
          <a:endParaRPr lang="en-US"/>
        </a:p>
      </dgm:t>
    </dgm:pt>
    <dgm:pt modelId="{226DEE38-8B58-4F0D-B9C3-80340CB138B1}" type="sibTrans" cxnId="{DC3E714B-6510-4B45-9B61-82857EF39A4F}">
      <dgm:prSet/>
      <dgm:spPr/>
      <dgm:t>
        <a:bodyPr/>
        <a:lstStyle/>
        <a:p>
          <a:pPr>
            <a:lnSpc>
              <a:spcPct val="100000"/>
            </a:lnSpc>
          </a:pPr>
          <a:endParaRPr lang="en-US"/>
        </a:p>
      </dgm:t>
    </dgm:pt>
    <dgm:pt modelId="{DD278037-1DFB-4C25-B5A5-EF5028F76481}">
      <dgm:prSet/>
      <dgm:spPr/>
      <dgm:t>
        <a:bodyPr/>
        <a:lstStyle/>
        <a:p>
          <a:pPr>
            <a:lnSpc>
              <a:spcPct val="100000"/>
            </a:lnSpc>
          </a:pPr>
          <a:r>
            <a:rPr lang="en-GB"/>
            <a:t>Rewriting reduces lexical and syntactic variation</a:t>
          </a:r>
          <a:endParaRPr lang="en-US"/>
        </a:p>
      </dgm:t>
    </dgm:pt>
    <dgm:pt modelId="{E3D4DB1E-5B8A-46B3-8028-E790B8C15E97}" type="parTrans" cxnId="{66CD8B91-356F-4516-8BD0-A3E909980E7A}">
      <dgm:prSet/>
      <dgm:spPr/>
      <dgm:t>
        <a:bodyPr/>
        <a:lstStyle/>
        <a:p>
          <a:endParaRPr lang="en-US"/>
        </a:p>
      </dgm:t>
    </dgm:pt>
    <dgm:pt modelId="{2754DFCD-7183-4602-A757-345F374CB143}" type="sibTrans" cxnId="{66CD8B91-356F-4516-8BD0-A3E909980E7A}">
      <dgm:prSet/>
      <dgm:spPr/>
      <dgm:t>
        <a:bodyPr/>
        <a:lstStyle/>
        <a:p>
          <a:pPr>
            <a:lnSpc>
              <a:spcPct val="100000"/>
            </a:lnSpc>
          </a:pPr>
          <a:endParaRPr lang="en-US"/>
        </a:p>
      </dgm:t>
    </dgm:pt>
    <dgm:pt modelId="{E4CD640E-C2C9-4B5B-8781-508A1A8560F4}">
      <dgm:prSet/>
      <dgm:spPr/>
      <dgm:t>
        <a:bodyPr/>
        <a:lstStyle/>
        <a:p>
          <a:pPr>
            <a:lnSpc>
              <a:spcPct val="100000"/>
            </a:lnSpc>
          </a:pPr>
          <a:r>
            <a:rPr lang="en-GB"/>
            <a:t>Users adapt their writing to AI output over time</a:t>
          </a:r>
          <a:endParaRPr lang="en-US"/>
        </a:p>
      </dgm:t>
    </dgm:pt>
    <dgm:pt modelId="{82F24E29-007D-44F3-8AF7-75BE20726EB2}" type="parTrans" cxnId="{9A75995B-982C-4CDD-B3FD-07617FA88C6E}">
      <dgm:prSet/>
      <dgm:spPr/>
      <dgm:t>
        <a:bodyPr/>
        <a:lstStyle/>
        <a:p>
          <a:endParaRPr lang="en-US"/>
        </a:p>
      </dgm:t>
    </dgm:pt>
    <dgm:pt modelId="{9B25F262-17F2-43BD-A6B1-CDB8F52008F6}" type="sibTrans" cxnId="{9A75995B-982C-4CDD-B3FD-07617FA88C6E}">
      <dgm:prSet/>
      <dgm:spPr/>
      <dgm:t>
        <a:bodyPr/>
        <a:lstStyle/>
        <a:p>
          <a:pPr>
            <a:lnSpc>
              <a:spcPct val="100000"/>
            </a:lnSpc>
          </a:pPr>
          <a:endParaRPr lang="en-US"/>
        </a:p>
      </dgm:t>
    </dgm:pt>
    <dgm:pt modelId="{73983ACD-A258-4816-BE61-E44D7F3E07E2}">
      <dgm:prSet/>
      <dgm:spPr/>
      <dgm:t>
        <a:bodyPr/>
        <a:lstStyle/>
        <a:p>
          <a:pPr>
            <a:lnSpc>
              <a:spcPct val="100000"/>
            </a:lnSpc>
          </a:pPr>
          <a:r>
            <a:rPr lang="en-GB"/>
            <a:t>Homogenization affects both language and thinking</a:t>
          </a:r>
          <a:endParaRPr lang="en-US"/>
        </a:p>
      </dgm:t>
    </dgm:pt>
    <dgm:pt modelId="{92C07616-889A-4142-906F-89D9A6B07C32}" type="parTrans" cxnId="{61B0C4A2-3BE7-413E-B754-09C934A97177}">
      <dgm:prSet/>
      <dgm:spPr/>
      <dgm:t>
        <a:bodyPr/>
        <a:lstStyle/>
        <a:p>
          <a:endParaRPr lang="en-US"/>
        </a:p>
      </dgm:t>
    </dgm:pt>
    <dgm:pt modelId="{DB7841E5-6B12-4BFC-917E-49F73AF0AE65}" type="sibTrans" cxnId="{61B0C4A2-3BE7-413E-B754-09C934A97177}">
      <dgm:prSet/>
      <dgm:spPr/>
      <dgm:t>
        <a:bodyPr/>
        <a:lstStyle/>
        <a:p>
          <a:endParaRPr lang="en-US"/>
        </a:p>
      </dgm:t>
    </dgm:pt>
    <dgm:pt modelId="{B3B69036-4A9C-4CDD-BDC5-769EB5DAACE1}" type="pres">
      <dgm:prSet presAssocID="{DAAE0095-BB4C-4D4C-B48A-6D67E2D119C4}" presName="root" presStyleCnt="0">
        <dgm:presLayoutVars>
          <dgm:dir/>
          <dgm:resizeHandles val="exact"/>
        </dgm:presLayoutVars>
      </dgm:prSet>
      <dgm:spPr/>
    </dgm:pt>
    <dgm:pt modelId="{C9033CC4-11BA-453E-9D6C-AC5381E473EC}" type="pres">
      <dgm:prSet presAssocID="{DAAE0095-BB4C-4D4C-B48A-6D67E2D119C4}" presName="container" presStyleCnt="0">
        <dgm:presLayoutVars>
          <dgm:dir/>
          <dgm:resizeHandles val="exact"/>
        </dgm:presLayoutVars>
      </dgm:prSet>
      <dgm:spPr/>
    </dgm:pt>
    <dgm:pt modelId="{0B2285EB-C03C-4EB4-AB4C-67C74CD41EAE}" type="pres">
      <dgm:prSet presAssocID="{4AEF7182-68AC-48A7-A841-4DA23A135213}" presName="compNode" presStyleCnt="0"/>
      <dgm:spPr/>
    </dgm:pt>
    <dgm:pt modelId="{26E0A65C-FB5D-4D67-B4CD-DAC2E37264C3}" type="pres">
      <dgm:prSet presAssocID="{4AEF7182-68AC-48A7-A841-4DA23A135213}" presName="iconBgRect" presStyleLbl="bgShp" presStyleIdx="0" presStyleCnt="5"/>
      <dgm:spPr/>
    </dgm:pt>
    <dgm:pt modelId="{9D554E69-3442-4213-B365-C55A7B328731}" type="pres">
      <dgm:prSet presAssocID="{4AEF7182-68AC-48A7-A841-4DA23A135213}"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ar chart"/>
        </a:ext>
      </dgm:extLst>
    </dgm:pt>
    <dgm:pt modelId="{9C477904-4E79-4ED7-AAFF-52347E31CE97}" type="pres">
      <dgm:prSet presAssocID="{4AEF7182-68AC-48A7-A841-4DA23A135213}" presName="spaceRect" presStyleCnt="0"/>
      <dgm:spPr/>
    </dgm:pt>
    <dgm:pt modelId="{C8F4EABF-67B4-4955-AA15-FDE2163A2011}" type="pres">
      <dgm:prSet presAssocID="{4AEF7182-68AC-48A7-A841-4DA23A135213}" presName="textRect" presStyleLbl="revTx" presStyleIdx="0" presStyleCnt="5">
        <dgm:presLayoutVars>
          <dgm:chMax val="1"/>
          <dgm:chPref val="1"/>
        </dgm:presLayoutVars>
      </dgm:prSet>
      <dgm:spPr/>
    </dgm:pt>
    <dgm:pt modelId="{26E456FC-1455-4DE8-B9D3-C82A8090A340}" type="pres">
      <dgm:prSet presAssocID="{20C0932A-5F27-47F2-ABE1-69D3D129CAC8}" presName="sibTrans" presStyleLbl="sibTrans2D1" presStyleIdx="0" presStyleCnt="0"/>
      <dgm:spPr/>
    </dgm:pt>
    <dgm:pt modelId="{C56BBF20-D415-4993-A8EA-74F9F639FDE8}" type="pres">
      <dgm:prSet presAssocID="{29C6184D-B918-4016-AB16-9C8BA57664A0}" presName="compNode" presStyleCnt="0"/>
      <dgm:spPr/>
    </dgm:pt>
    <dgm:pt modelId="{9FBF2014-33DC-400B-AB20-2EA914A239BD}" type="pres">
      <dgm:prSet presAssocID="{29C6184D-B918-4016-AB16-9C8BA57664A0}" presName="iconBgRect" presStyleLbl="bgShp" presStyleIdx="1" presStyleCnt="5"/>
      <dgm:spPr/>
    </dgm:pt>
    <dgm:pt modelId="{422B0A3D-3429-41E7-9511-CAA8488517A9}" type="pres">
      <dgm:prSet presAssocID="{29C6184D-B918-4016-AB16-9C8BA57664A0}"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ears"/>
        </a:ext>
      </dgm:extLst>
    </dgm:pt>
    <dgm:pt modelId="{232C58EE-8254-4A8D-88B8-9939E20861B2}" type="pres">
      <dgm:prSet presAssocID="{29C6184D-B918-4016-AB16-9C8BA57664A0}" presName="spaceRect" presStyleCnt="0"/>
      <dgm:spPr/>
    </dgm:pt>
    <dgm:pt modelId="{20C0EA37-43E0-4824-BB8D-9C77AC48B653}" type="pres">
      <dgm:prSet presAssocID="{29C6184D-B918-4016-AB16-9C8BA57664A0}" presName="textRect" presStyleLbl="revTx" presStyleIdx="1" presStyleCnt="5">
        <dgm:presLayoutVars>
          <dgm:chMax val="1"/>
          <dgm:chPref val="1"/>
        </dgm:presLayoutVars>
      </dgm:prSet>
      <dgm:spPr/>
    </dgm:pt>
    <dgm:pt modelId="{01CF70C3-EE68-4C83-A2CC-0B61311C61D4}" type="pres">
      <dgm:prSet presAssocID="{226DEE38-8B58-4F0D-B9C3-80340CB138B1}" presName="sibTrans" presStyleLbl="sibTrans2D1" presStyleIdx="0" presStyleCnt="0"/>
      <dgm:spPr/>
    </dgm:pt>
    <dgm:pt modelId="{7C9D5B1D-3D49-49A3-8FBA-BA2B93A75D1C}" type="pres">
      <dgm:prSet presAssocID="{DD278037-1DFB-4C25-B5A5-EF5028F76481}" presName="compNode" presStyleCnt="0"/>
      <dgm:spPr/>
    </dgm:pt>
    <dgm:pt modelId="{B94818A8-2C71-4CFC-8CBB-62C72A030BF3}" type="pres">
      <dgm:prSet presAssocID="{DD278037-1DFB-4C25-B5A5-EF5028F76481}" presName="iconBgRect" presStyleLbl="bgShp" presStyleIdx="2" presStyleCnt="5"/>
      <dgm:spPr/>
    </dgm:pt>
    <dgm:pt modelId="{8679DB5D-F058-405D-A8A1-2C3C0D77AD57}" type="pres">
      <dgm:prSet presAssocID="{DD278037-1DFB-4C25-B5A5-EF5028F7648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ead with Gears"/>
        </a:ext>
      </dgm:extLst>
    </dgm:pt>
    <dgm:pt modelId="{200CD26B-3424-4C66-80B7-B5CEB8329C38}" type="pres">
      <dgm:prSet presAssocID="{DD278037-1DFB-4C25-B5A5-EF5028F76481}" presName="spaceRect" presStyleCnt="0"/>
      <dgm:spPr/>
    </dgm:pt>
    <dgm:pt modelId="{00B0E0DB-7829-40B1-91A2-E7C23DBA43F8}" type="pres">
      <dgm:prSet presAssocID="{DD278037-1DFB-4C25-B5A5-EF5028F76481}" presName="textRect" presStyleLbl="revTx" presStyleIdx="2" presStyleCnt="5">
        <dgm:presLayoutVars>
          <dgm:chMax val="1"/>
          <dgm:chPref val="1"/>
        </dgm:presLayoutVars>
      </dgm:prSet>
      <dgm:spPr/>
    </dgm:pt>
    <dgm:pt modelId="{65971A13-B621-4BD7-B050-F039F9913A4C}" type="pres">
      <dgm:prSet presAssocID="{2754DFCD-7183-4602-A757-345F374CB143}" presName="sibTrans" presStyleLbl="sibTrans2D1" presStyleIdx="0" presStyleCnt="0"/>
      <dgm:spPr/>
    </dgm:pt>
    <dgm:pt modelId="{92E06E47-47A2-4FC5-A279-DC7D6D6EA104}" type="pres">
      <dgm:prSet presAssocID="{E4CD640E-C2C9-4B5B-8781-508A1A8560F4}" presName="compNode" presStyleCnt="0"/>
      <dgm:spPr/>
    </dgm:pt>
    <dgm:pt modelId="{95C5AEF6-4446-40E1-BF40-FAE697CF4307}" type="pres">
      <dgm:prSet presAssocID="{E4CD640E-C2C9-4B5B-8781-508A1A8560F4}" presName="iconBgRect" presStyleLbl="bgShp" presStyleIdx="3" presStyleCnt="5"/>
      <dgm:spPr/>
    </dgm:pt>
    <dgm:pt modelId="{8D8D78D1-1888-48E1-BDEC-0C74AFEA9323}" type="pres">
      <dgm:prSet presAssocID="{E4CD640E-C2C9-4B5B-8781-508A1A8560F4}"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topwatch"/>
        </a:ext>
      </dgm:extLst>
    </dgm:pt>
    <dgm:pt modelId="{AD3C7A20-1F69-4C58-88D3-1FFEAED0A854}" type="pres">
      <dgm:prSet presAssocID="{E4CD640E-C2C9-4B5B-8781-508A1A8560F4}" presName="spaceRect" presStyleCnt="0"/>
      <dgm:spPr/>
    </dgm:pt>
    <dgm:pt modelId="{EFFDD85D-B8F9-4470-A813-71FF40EC7817}" type="pres">
      <dgm:prSet presAssocID="{E4CD640E-C2C9-4B5B-8781-508A1A8560F4}" presName="textRect" presStyleLbl="revTx" presStyleIdx="3" presStyleCnt="5">
        <dgm:presLayoutVars>
          <dgm:chMax val="1"/>
          <dgm:chPref val="1"/>
        </dgm:presLayoutVars>
      </dgm:prSet>
      <dgm:spPr/>
    </dgm:pt>
    <dgm:pt modelId="{462EBC6E-E876-4416-94A4-434279E678C1}" type="pres">
      <dgm:prSet presAssocID="{9B25F262-17F2-43BD-A6B1-CDB8F52008F6}" presName="sibTrans" presStyleLbl="sibTrans2D1" presStyleIdx="0" presStyleCnt="0"/>
      <dgm:spPr/>
    </dgm:pt>
    <dgm:pt modelId="{B1AAC7E0-7BEF-4F14-ABFE-9822614491F4}" type="pres">
      <dgm:prSet presAssocID="{73983ACD-A258-4816-BE61-E44D7F3E07E2}" presName="compNode" presStyleCnt="0"/>
      <dgm:spPr/>
    </dgm:pt>
    <dgm:pt modelId="{A00546E3-7351-4BD2-9B72-71D61DC3E960}" type="pres">
      <dgm:prSet presAssocID="{73983ACD-A258-4816-BE61-E44D7F3E07E2}" presName="iconBgRect" presStyleLbl="bgShp" presStyleIdx="4" presStyleCnt="5"/>
      <dgm:spPr/>
    </dgm:pt>
    <dgm:pt modelId="{9D740C7A-77C3-4C1C-8AFE-B1E99C5C160F}" type="pres">
      <dgm:prSet presAssocID="{73983ACD-A258-4816-BE61-E44D7F3E07E2}"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Brain in head"/>
        </a:ext>
      </dgm:extLst>
    </dgm:pt>
    <dgm:pt modelId="{468C7E55-D33A-4E3B-A853-304CCBC51D52}" type="pres">
      <dgm:prSet presAssocID="{73983ACD-A258-4816-BE61-E44D7F3E07E2}" presName="spaceRect" presStyleCnt="0"/>
      <dgm:spPr/>
    </dgm:pt>
    <dgm:pt modelId="{E1DF2A89-B568-497C-9488-69C683DA318E}" type="pres">
      <dgm:prSet presAssocID="{73983ACD-A258-4816-BE61-E44D7F3E07E2}" presName="textRect" presStyleLbl="revTx" presStyleIdx="4" presStyleCnt="5">
        <dgm:presLayoutVars>
          <dgm:chMax val="1"/>
          <dgm:chPref val="1"/>
        </dgm:presLayoutVars>
      </dgm:prSet>
      <dgm:spPr/>
    </dgm:pt>
  </dgm:ptLst>
  <dgm:cxnLst>
    <dgm:cxn modelId="{2BA72B04-5536-4C41-8F49-C38CF7352CE6}" type="presOf" srcId="{226DEE38-8B58-4F0D-B9C3-80340CB138B1}" destId="{01CF70C3-EE68-4C83-A2CC-0B61311C61D4}" srcOrd="0" destOrd="0" presId="urn:microsoft.com/office/officeart/2018/2/layout/IconCircleList"/>
    <dgm:cxn modelId="{D548CC12-6E9D-4A1C-BDF4-E34D6B66AAC4}" type="presOf" srcId="{E4CD640E-C2C9-4B5B-8781-508A1A8560F4}" destId="{EFFDD85D-B8F9-4470-A813-71FF40EC7817}" srcOrd="0" destOrd="0" presId="urn:microsoft.com/office/officeart/2018/2/layout/IconCircleList"/>
    <dgm:cxn modelId="{4CA4181F-A689-4011-876C-167D817C81BB}" type="presOf" srcId="{DD278037-1DFB-4C25-B5A5-EF5028F76481}" destId="{00B0E0DB-7829-40B1-91A2-E7C23DBA43F8}" srcOrd="0" destOrd="0" presId="urn:microsoft.com/office/officeart/2018/2/layout/IconCircleList"/>
    <dgm:cxn modelId="{9A75995B-982C-4CDD-B3FD-07617FA88C6E}" srcId="{DAAE0095-BB4C-4D4C-B48A-6D67E2D119C4}" destId="{E4CD640E-C2C9-4B5B-8781-508A1A8560F4}" srcOrd="3" destOrd="0" parTransId="{82F24E29-007D-44F3-8AF7-75BE20726EB2}" sibTransId="{9B25F262-17F2-43BD-A6B1-CDB8F52008F6}"/>
    <dgm:cxn modelId="{8B975643-D2CE-40FD-991A-9074969422BB}" type="presOf" srcId="{29C6184D-B918-4016-AB16-9C8BA57664A0}" destId="{20C0EA37-43E0-4824-BB8D-9C77AC48B653}" srcOrd="0" destOrd="0" presId="urn:microsoft.com/office/officeart/2018/2/layout/IconCircleList"/>
    <dgm:cxn modelId="{DC3E714B-6510-4B45-9B61-82857EF39A4F}" srcId="{DAAE0095-BB4C-4D4C-B48A-6D67E2D119C4}" destId="{29C6184D-B918-4016-AB16-9C8BA57664A0}" srcOrd="1" destOrd="0" parTransId="{67D03C84-332E-4235-AC54-54C6315A9C4F}" sibTransId="{226DEE38-8B58-4F0D-B9C3-80340CB138B1}"/>
    <dgm:cxn modelId="{90FA534D-2B27-4E51-B67E-CE6AEB010D83}" type="presOf" srcId="{73983ACD-A258-4816-BE61-E44D7F3E07E2}" destId="{E1DF2A89-B568-497C-9488-69C683DA318E}" srcOrd="0" destOrd="0" presId="urn:microsoft.com/office/officeart/2018/2/layout/IconCircleList"/>
    <dgm:cxn modelId="{B4968A6E-C7BD-4C84-AE8B-784BB8DC552C}" type="presOf" srcId="{20C0932A-5F27-47F2-ABE1-69D3D129CAC8}" destId="{26E456FC-1455-4DE8-B9D3-C82A8090A340}" srcOrd="0" destOrd="0" presId="urn:microsoft.com/office/officeart/2018/2/layout/IconCircleList"/>
    <dgm:cxn modelId="{5B15F37E-D6F9-456C-914C-55FCAD60605B}" type="presOf" srcId="{DAAE0095-BB4C-4D4C-B48A-6D67E2D119C4}" destId="{B3B69036-4A9C-4CDD-BDC5-769EB5DAACE1}" srcOrd="0" destOrd="0" presId="urn:microsoft.com/office/officeart/2018/2/layout/IconCircleList"/>
    <dgm:cxn modelId="{66CD8B91-356F-4516-8BD0-A3E909980E7A}" srcId="{DAAE0095-BB4C-4D4C-B48A-6D67E2D119C4}" destId="{DD278037-1DFB-4C25-B5A5-EF5028F76481}" srcOrd="2" destOrd="0" parTransId="{E3D4DB1E-5B8A-46B3-8028-E790B8C15E97}" sibTransId="{2754DFCD-7183-4602-A757-345F374CB143}"/>
    <dgm:cxn modelId="{2C9FE89E-4C66-4175-BC0C-21F814B17074}" type="presOf" srcId="{9B25F262-17F2-43BD-A6B1-CDB8F52008F6}" destId="{462EBC6E-E876-4416-94A4-434279E678C1}" srcOrd="0" destOrd="0" presId="urn:microsoft.com/office/officeart/2018/2/layout/IconCircleList"/>
    <dgm:cxn modelId="{61B0C4A2-3BE7-413E-B754-09C934A97177}" srcId="{DAAE0095-BB4C-4D4C-B48A-6D67E2D119C4}" destId="{73983ACD-A258-4816-BE61-E44D7F3E07E2}" srcOrd="4" destOrd="0" parTransId="{92C07616-889A-4142-906F-89D9A6B07C32}" sibTransId="{DB7841E5-6B12-4BFC-917E-49F73AF0AE65}"/>
    <dgm:cxn modelId="{183300A6-4B50-4ADD-9729-4EFCF32C092B}" srcId="{DAAE0095-BB4C-4D4C-B48A-6D67E2D119C4}" destId="{4AEF7182-68AC-48A7-A841-4DA23A135213}" srcOrd="0" destOrd="0" parTransId="{1462D4EC-8150-4344-8237-99F5620544E4}" sibTransId="{20C0932A-5F27-47F2-ABE1-69D3D129CAC8}"/>
    <dgm:cxn modelId="{6184CDDA-5F2B-4CDD-8A74-3C84C6553F0D}" type="presOf" srcId="{4AEF7182-68AC-48A7-A841-4DA23A135213}" destId="{C8F4EABF-67B4-4955-AA15-FDE2163A2011}" srcOrd="0" destOrd="0" presId="urn:microsoft.com/office/officeart/2018/2/layout/IconCircleList"/>
    <dgm:cxn modelId="{9884FCFA-3C1F-4FDD-B268-F15B17464B19}" type="presOf" srcId="{2754DFCD-7183-4602-A757-345F374CB143}" destId="{65971A13-B621-4BD7-B050-F039F9913A4C}" srcOrd="0" destOrd="0" presId="urn:microsoft.com/office/officeart/2018/2/layout/IconCircleList"/>
    <dgm:cxn modelId="{F6B69F91-F678-41EC-AEE0-11FC096FA135}" type="presParOf" srcId="{B3B69036-4A9C-4CDD-BDC5-769EB5DAACE1}" destId="{C9033CC4-11BA-453E-9D6C-AC5381E473EC}" srcOrd="0" destOrd="0" presId="urn:microsoft.com/office/officeart/2018/2/layout/IconCircleList"/>
    <dgm:cxn modelId="{90E67BF2-3280-4DCD-B2D3-C79CD83C530C}" type="presParOf" srcId="{C9033CC4-11BA-453E-9D6C-AC5381E473EC}" destId="{0B2285EB-C03C-4EB4-AB4C-67C74CD41EAE}" srcOrd="0" destOrd="0" presId="urn:microsoft.com/office/officeart/2018/2/layout/IconCircleList"/>
    <dgm:cxn modelId="{C52885B8-C138-4DAE-A3FC-40F94066CA28}" type="presParOf" srcId="{0B2285EB-C03C-4EB4-AB4C-67C74CD41EAE}" destId="{26E0A65C-FB5D-4D67-B4CD-DAC2E37264C3}" srcOrd="0" destOrd="0" presId="urn:microsoft.com/office/officeart/2018/2/layout/IconCircleList"/>
    <dgm:cxn modelId="{FA9B5151-F0CB-409A-AEA1-F8596B72648A}" type="presParOf" srcId="{0B2285EB-C03C-4EB4-AB4C-67C74CD41EAE}" destId="{9D554E69-3442-4213-B365-C55A7B328731}" srcOrd="1" destOrd="0" presId="urn:microsoft.com/office/officeart/2018/2/layout/IconCircleList"/>
    <dgm:cxn modelId="{FB9C2A4C-8F12-452D-AEF2-3DA1B995B532}" type="presParOf" srcId="{0B2285EB-C03C-4EB4-AB4C-67C74CD41EAE}" destId="{9C477904-4E79-4ED7-AAFF-52347E31CE97}" srcOrd="2" destOrd="0" presId="urn:microsoft.com/office/officeart/2018/2/layout/IconCircleList"/>
    <dgm:cxn modelId="{D93CBB6B-B11E-4287-8E3E-BD55F72268D3}" type="presParOf" srcId="{0B2285EB-C03C-4EB4-AB4C-67C74CD41EAE}" destId="{C8F4EABF-67B4-4955-AA15-FDE2163A2011}" srcOrd="3" destOrd="0" presId="urn:microsoft.com/office/officeart/2018/2/layout/IconCircleList"/>
    <dgm:cxn modelId="{A56256DD-C4E5-4E7A-83C5-92A2AE16FFD8}" type="presParOf" srcId="{C9033CC4-11BA-453E-9D6C-AC5381E473EC}" destId="{26E456FC-1455-4DE8-B9D3-C82A8090A340}" srcOrd="1" destOrd="0" presId="urn:microsoft.com/office/officeart/2018/2/layout/IconCircleList"/>
    <dgm:cxn modelId="{CAD4C336-272B-4705-A4E7-36F5A3F35860}" type="presParOf" srcId="{C9033CC4-11BA-453E-9D6C-AC5381E473EC}" destId="{C56BBF20-D415-4993-A8EA-74F9F639FDE8}" srcOrd="2" destOrd="0" presId="urn:microsoft.com/office/officeart/2018/2/layout/IconCircleList"/>
    <dgm:cxn modelId="{21789665-9619-445B-8229-922F14EE050F}" type="presParOf" srcId="{C56BBF20-D415-4993-A8EA-74F9F639FDE8}" destId="{9FBF2014-33DC-400B-AB20-2EA914A239BD}" srcOrd="0" destOrd="0" presId="urn:microsoft.com/office/officeart/2018/2/layout/IconCircleList"/>
    <dgm:cxn modelId="{4484F880-E3CF-4F30-8600-7B51406424E0}" type="presParOf" srcId="{C56BBF20-D415-4993-A8EA-74F9F639FDE8}" destId="{422B0A3D-3429-41E7-9511-CAA8488517A9}" srcOrd="1" destOrd="0" presId="urn:microsoft.com/office/officeart/2018/2/layout/IconCircleList"/>
    <dgm:cxn modelId="{D1470280-0A38-48D7-A3E2-FEE21B2DCFFC}" type="presParOf" srcId="{C56BBF20-D415-4993-A8EA-74F9F639FDE8}" destId="{232C58EE-8254-4A8D-88B8-9939E20861B2}" srcOrd="2" destOrd="0" presId="urn:microsoft.com/office/officeart/2018/2/layout/IconCircleList"/>
    <dgm:cxn modelId="{57392E75-6654-41A3-83A1-BC4E08012F7C}" type="presParOf" srcId="{C56BBF20-D415-4993-A8EA-74F9F639FDE8}" destId="{20C0EA37-43E0-4824-BB8D-9C77AC48B653}" srcOrd="3" destOrd="0" presId="urn:microsoft.com/office/officeart/2018/2/layout/IconCircleList"/>
    <dgm:cxn modelId="{765E50B6-9A87-4E5B-81CA-EDFD1696FF3C}" type="presParOf" srcId="{C9033CC4-11BA-453E-9D6C-AC5381E473EC}" destId="{01CF70C3-EE68-4C83-A2CC-0B61311C61D4}" srcOrd="3" destOrd="0" presId="urn:microsoft.com/office/officeart/2018/2/layout/IconCircleList"/>
    <dgm:cxn modelId="{A0D2AF8D-5BF5-432A-B28E-3E1ECD3C2F3F}" type="presParOf" srcId="{C9033CC4-11BA-453E-9D6C-AC5381E473EC}" destId="{7C9D5B1D-3D49-49A3-8FBA-BA2B93A75D1C}" srcOrd="4" destOrd="0" presId="urn:microsoft.com/office/officeart/2018/2/layout/IconCircleList"/>
    <dgm:cxn modelId="{64A0EEED-EF9D-4619-B727-D3F50AA08EC7}" type="presParOf" srcId="{7C9D5B1D-3D49-49A3-8FBA-BA2B93A75D1C}" destId="{B94818A8-2C71-4CFC-8CBB-62C72A030BF3}" srcOrd="0" destOrd="0" presId="urn:microsoft.com/office/officeart/2018/2/layout/IconCircleList"/>
    <dgm:cxn modelId="{8FABEB6B-FE35-4410-8809-B9946AFE0458}" type="presParOf" srcId="{7C9D5B1D-3D49-49A3-8FBA-BA2B93A75D1C}" destId="{8679DB5D-F058-405D-A8A1-2C3C0D77AD57}" srcOrd="1" destOrd="0" presId="urn:microsoft.com/office/officeart/2018/2/layout/IconCircleList"/>
    <dgm:cxn modelId="{08368466-2AA7-45C0-A715-9A7DFC3CA51B}" type="presParOf" srcId="{7C9D5B1D-3D49-49A3-8FBA-BA2B93A75D1C}" destId="{200CD26B-3424-4C66-80B7-B5CEB8329C38}" srcOrd="2" destOrd="0" presId="urn:microsoft.com/office/officeart/2018/2/layout/IconCircleList"/>
    <dgm:cxn modelId="{A2309692-927E-4F65-ACE0-8D3AD0627F0E}" type="presParOf" srcId="{7C9D5B1D-3D49-49A3-8FBA-BA2B93A75D1C}" destId="{00B0E0DB-7829-40B1-91A2-E7C23DBA43F8}" srcOrd="3" destOrd="0" presId="urn:microsoft.com/office/officeart/2018/2/layout/IconCircleList"/>
    <dgm:cxn modelId="{C251131A-BCCE-4799-B41F-4CE24459F78B}" type="presParOf" srcId="{C9033CC4-11BA-453E-9D6C-AC5381E473EC}" destId="{65971A13-B621-4BD7-B050-F039F9913A4C}" srcOrd="5" destOrd="0" presId="urn:microsoft.com/office/officeart/2018/2/layout/IconCircleList"/>
    <dgm:cxn modelId="{F9A44FFD-0A0D-4926-85C6-0AFA168D830E}" type="presParOf" srcId="{C9033CC4-11BA-453E-9D6C-AC5381E473EC}" destId="{92E06E47-47A2-4FC5-A279-DC7D6D6EA104}" srcOrd="6" destOrd="0" presId="urn:microsoft.com/office/officeart/2018/2/layout/IconCircleList"/>
    <dgm:cxn modelId="{C7D46675-B73F-48F4-ADD2-10692BDE418A}" type="presParOf" srcId="{92E06E47-47A2-4FC5-A279-DC7D6D6EA104}" destId="{95C5AEF6-4446-40E1-BF40-FAE697CF4307}" srcOrd="0" destOrd="0" presId="urn:microsoft.com/office/officeart/2018/2/layout/IconCircleList"/>
    <dgm:cxn modelId="{CD197081-6E7A-4476-8A79-703241FC5DAE}" type="presParOf" srcId="{92E06E47-47A2-4FC5-A279-DC7D6D6EA104}" destId="{8D8D78D1-1888-48E1-BDEC-0C74AFEA9323}" srcOrd="1" destOrd="0" presId="urn:microsoft.com/office/officeart/2018/2/layout/IconCircleList"/>
    <dgm:cxn modelId="{1A1A6F02-9ECA-47F5-9ACD-2CF5F2C2DB1A}" type="presParOf" srcId="{92E06E47-47A2-4FC5-A279-DC7D6D6EA104}" destId="{AD3C7A20-1F69-4C58-88D3-1FFEAED0A854}" srcOrd="2" destOrd="0" presId="urn:microsoft.com/office/officeart/2018/2/layout/IconCircleList"/>
    <dgm:cxn modelId="{F4EFBFA5-8553-49C1-A628-D2EF5720571F}" type="presParOf" srcId="{92E06E47-47A2-4FC5-A279-DC7D6D6EA104}" destId="{EFFDD85D-B8F9-4470-A813-71FF40EC7817}" srcOrd="3" destOrd="0" presId="urn:microsoft.com/office/officeart/2018/2/layout/IconCircleList"/>
    <dgm:cxn modelId="{45D0654A-E6EA-4FDF-BDB9-F2CA80433DF5}" type="presParOf" srcId="{C9033CC4-11BA-453E-9D6C-AC5381E473EC}" destId="{462EBC6E-E876-4416-94A4-434279E678C1}" srcOrd="7" destOrd="0" presId="urn:microsoft.com/office/officeart/2018/2/layout/IconCircleList"/>
    <dgm:cxn modelId="{B480107A-AE97-4359-8101-4057EA2CB4F4}" type="presParOf" srcId="{C9033CC4-11BA-453E-9D6C-AC5381E473EC}" destId="{B1AAC7E0-7BEF-4F14-ABFE-9822614491F4}" srcOrd="8" destOrd="0" presId="urn:microsoft.com/office/officeart/2018/2/layout/IconCircleList"/>
    <dgm:cxn modelId="{D00C0EA4-8C16-46CB-9F49-22D0A3378964}" type="presParOf" srcId="{B1AAC7E0-7BEF-4F14-ABFE-9822614491F4}" destId="{A00546E3-7351-4BD2-9B72-71D61DC3E960}" srcOrd="0" destOrd="0" presId="urn:microsoft.com/office/officeart/2018/2/layout/IconCircleList"/>
    <dgm:cxn modelId="{8309F6A6-6642-4ACC-B936-B40633433D76}" type="presParOf" srcId="{B1AAC7E0-7BEF-4F14-ABFE-9822614491F4}" destId="{9D740C7A-77C3-4C1C-8AFE-B1E99C5C160F}" srcOrd="1" destOrd="0" presId="urn:microsoft.com/office/officeart/2018/2/layout/IconCircleList"/>
    <dgm:cxn modelId="{77ABE869-AD1E-4566-A2DC-66419B4BA58D}" type="presParOf" srcId="{B1AAC7E0-7BEF-4F14-ABFE-9822614491F4}" destId="{468C7E55-D33A-4E3B-A853-304CCBC51D52}" srcOrd="2" destOrd="0" presId="urn:microsoft.com/office/officeart/2018/2/layout/IconCircleList"/>
    <dgm:cxn modelId="{1E5228B7-EBAA-4815-9DA7-44B27931DABB}" type="presParOf" srcId="{B1AAC7E0-7BEF-4F14-ABFE-9822614491F4}" destId="{E1DF2A89-B568-497C-9488-69C683DA318E}"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2E9BC6-8F18-4E68-B7C3-B4E977002238}">
      <dsp:nvSpPr>
        <dsp:cNvPr id="0" name=""/>
        <dsp:cNvSpPr/>
      </dsp:nvSpPr>
      <dsp:spPr>
        <a:xfrm>
          <a:off x="1095792" y="304933"/>
          <a:ext cx="1122557" cy="112255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7F5791-2DD2-4312-9E4A-D6ACA0343969}">
      <dsp:nvSpPr>
        <dsp:cNvPr id="0" name=""/>
        <dsp:cNvSpPr/>
      </dsp:nvSpPr>
      <dsp:spPr>
        <a:xfrm>
          <a:off x="409784" y="1762851"/>
          <a:ext cx="249457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en-US" sz="2200" kern="1200"/>
            <a:t>Improving municipal communication</a:t>
          </a:r>
        </a:p>
      </dsp:txBody>
      <dsp:txXfrm>
        <a:off x="409784" y="1762851"/>
        <a:ext cx="2494572" cy="720000"/>
      </dsp:txXfrm>
    </dsp:sp>
    <dsp:sp modelId="{3BD66CBE-6085-43F7-B6DF-4759C10F58C5}">
      <dsp:nvSpPr>
        <dsp:cNvPr id="0" name=""/>
        <dsp:cNvSpPr/>
      </dsp:nvSpPr>
      <dsp:spPr>
        <a:xfrm>
          <a:off x="4026915" y="304933"/>
          <a:ext cx="1122557" cy="112255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B8B620-29C2-4257-B262-B65793451EAF}">
      <dsp:nvSpPr>
        <dsp:cNvPr id="0" name=""/>
        <dsp:cNvSpPr/>
      </dsp:nvSpPr>
      <dsp:spPr>
        <a:xfrm>
          <a:off x="3340907" y="1762851"/>
          <a:ext cx="249457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en-US" sz="2200" kern="1200"/>
            <a:t>B1 writing standard</a:t>
          </a:r>
        </a:p>
      </dsp:txBody>
      <dsp:txXfrm>
        <a:off x="3340907" y="1762851"/>
        <a:ext cx="2494572" cy="720000"/>
      </dsp:txXfrm>
    </dsp:sp>
    <dsp:sp modelId="{D066D6D2-B1FE-4E7C-ACAF-C4CF5EF97843}">
      <dsp:nvSpPr>
        <dsp:cNvPr id="0" name=""/>
        <dsp:cNvSpPr/>
      </dsp:nvSpPr>
      <dsp:spPr>
        <a:xfrm>
          <a:off x="1095792" y="3106495"/>
          <a:ext cx="1122557" cy="112255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49B207-A519-4573-A08C-3FC7EB177179}">
      <dsp:nvSpPr>
        <dsp:cNvPr id="0" name=""/>
        <dsp:cNvSpPr/>
      </dsp:nvSpPr>
      <dsp:spPr>
        <a:xfrm>
          <a:off x="409784" y="4564413"/>
          <a:ext cx="249457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en-US" sz="2200" kern="1200"/>
            <a:t>AI’s role in improving workflow</a:t>
          </a:r>
        </a:p>
      </dsp:txBody>
      <dsp:txXfrm>
        <a:off x="409784" y="4564413"/>
        <a:ext cx="2494572" cy="720000"/>
      </dsp:txXfrm>
    </dsp:sp>
    <dsp:sp modelId="{2AEBC124-10EC-4284-9578-281CC3E14E7D}">
      <dsp:nvSpPr>
        <dsp:cNvPr id="0" name=""/>
        <dsp:cNvSpPr/>
      </dsp:nvSpPr>
      <dsp:spPr>
        <a:xfrm>
          <a:off x="4026915" y="3106495"/>
          <a:ext cx="1122557" cy="112255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C4D122-3031-4EA4-A617-33E50FB148B7}">
      <dsp:nvSpPr>
        <dsp:cNvPr id="0" name=""/>
        <dsp:cNvSpPr/>
      </dsp:nvSpPr>
      <dsp:spPr>
        <a:xfrm>
          <a:off x="3340907" y="4564413"/>
          <a:ext cx="249457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en-US" sz="2200" kern="1200"/>
            <a:t>Ethical concerns</a:t>
          </a:r>
        </a:p>
      </dsp:txBody>
      <dsp:txXfrm>
        <a:off x="3340907" y="4564413"/>
        <a:ext cx="2494572"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5EF917-1408-43DB-94EB-F92334021F6F}">
      <dsp:nvSpPr>
        <dsp:cNvPr id="0" name=""/>
        <dsp:cNvSpPr/>
      </dsp:nvSpPr>
      <dsp:spPr>
        <a:xfrm>
          <a:off x="212335" y="470390"/>
          <a:ext cx="1335915" cy="1335915"/>
        </a:xfrm>
        <a:prstGeom prst="ellipse">
          <a:avLst/>
        </a:prstGeom>
        <a:solidFill>
          <a:schemeClr val="accent1">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8D9F78-1F71-43DC-8F0B-8D0DFC2AF898}">
      <dsp:nvSpPr>
        <dsp:cNvPr id="0" name=""/>
        <dsp:cNvSpPr/>
      </dsp:nvSpPr>
      <dsp:spPr>
        <a:xfrm>
          <a:off x="492877" y="750932"/>
          <a:ext cx="774830" cy="7748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869AC94-A9D9-43DC-954B-5A404CC3F17C}">
      <dsp:nvSpPr>
        <dsp:cNvPr id="0" name=""/>
        <dsp:cNvSpPr/>
      </dsp:nvSpPr>
      <dsp:spPr>
        <a:xfrm>
          <a:off x="1834517" y="4703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Improving societal inclusion</a:t>
          </a:r>
        </a:p>
      </dsp:txBody>
      <dsp:txXfrm>
        <a:off x="1834517" y="470390"/>
        <a:ext cx="3148942" cy="1335915"/>
      </dsp:txXfrm>
    </dsp:sp>
    <dsp:sp modelId="{26118C9C-99E0-42DD-B7DB-19AD44508C31}">
      <dsp:nvSpPr>
        <dsp:cNvPr id="0" name=""/>
        <dsp:cNvSpPr/>
      </dsp:nvSpPr>
      <dsp:spPr>
        <a:xfrm>
          <a:off x="5532139" y="470390"/>
          <a:ext cx="1335915" cy="1335915"/>
        </a:xfrm>
        <a:prstGeom prst="ellipse">
          <a:avLst/>
        </a:prstGeom>
        <a:solidFill>
          <a:schemeClr val="accent1">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BCF65E-F50F-420F-8FA4-4BFA55A34CE5}">
      <dsp:nvSpPr>
        <dsp:cNvPr id="0" name=""/>
        <dsp:cNvSpPr/>
      </dsp:nvSpPr>
      <dsp:spPr>
        <a:xfrm>
          <a:off x="5812681" y="750932"/>
          <a:ext cx="774830" cy="774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85145FC-EF79-4DA8-939E-1DC6ECD9F8C5}">
      <dsp:nvSpPr>
        <dsp:cNvPr id="0" name=""/>
        <dsp:cNvSpPr/>
      </dsp:nvSpPr>
      <dsp:spPr>
        <a:xfrm>
          <a:off x="7154322" y="4703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Reduced staff workload</a:t>
          </a:r>
        </a:p>
      </dsp:txBody>
      <dsp:txXfrm>
        <a:off x="7154322" y="470390"/>
        <a:ext cx="3148942" cy="1335915"/>
      </dsp:txXfrm>
    </dsp:sp>
    <dsp:sp modelId="{95D14481-50A7-4539-BD10-693A14F74355}">
      <dsp:nvSpPr>
        <dsp:cNvPr id="0" name=""/>
        <dsp:cNvSpPr/>
      </dsp:nvSpPr>
      <dsp:spPr>
        <a:xfrm>
          <a:off x="212335" y="2546238"/>
          <a:ext cx="1335915" cy="1335915"/>
        </a:xfrm>
        <a:prstGeom prst="ellipse">
          <a:avLst/>
        </a:prstGeom>
        <a:solidFill>
          <a:schemeClr val="accent1">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DB413A-74C2-44B3-A69F-D1CBB7D6D2D7}">
      <dsp:nvSpPr>
        <dsp:cNvPr id="0" name=""/>
        <dsp:cNvSpPr/>
      </dsp:nvSpPr>
      <dsp:spPr>
        <a:xfrm>
          <a:off x="492877" y="2826780"/>
          <a:ext cx="774830" cy="77483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BB0520-FEA8-4954-AB48-B0D8BCFC960D}">
      <dsp:nvSpPr>
        <dsp:cNvPr id="0" name=""/>
        <dsp:cNvSpPr/>
      </dsp:nvSpPr>
      <dsp:spPr>
        <a:xfrm>
          <a:off x="1834517" y="2546238"/>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More consistency in writing</a:t>
          </a:r>
        </a:p>
      </dsp:txBody>
      <dsp:txXfrm>
        <a:off x="1834517" y="2546238"/>
        <a:ext cx="3148942" cy="1335915"/>
      </dsp:txXfrm>
    </dsp:sp>
    <dsp:sp modelId="{A98C12BB-9C85-487C-983A-70270C841112}">
      <dsp:nvSpPr>
        <dsp:cNvPr id="0" name=""/>
        <dsp:cNvSpPr/>
      </dsp:nvSpPr>
      <dsp:spPr>
        <a:xfrm>
          <a:off x="5532139" y="2546238"/>
          <a:ext cx="1335915" cy="1335915"/>
        </a:xfrm>
        <a:prstGeom prst="ellipse">
          <a:avLst/>
        </a:prstGeom>
        <a:solidFill>
          <a:schemeClr val="accent1">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8596FB-04B2-4303-AD0B-3D5F6052CA88}">
      <dsp:nvSpPr>
        <dsp:cNvPr id="0" name=""/>
        <dsp:cNvSpPr/>
      </dsp:nvSpPr>
      <dsp:spPr>
        <a:xfrm>
          <a:off x="5812681" y="2826780"/>
          <a:ext cx="774830" cy="77483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4A61EAD-DC45-4253-810E-E42AF67C8BC6}">
      <dsp:nvSpPr>
        <dsp:cNvPr id="0" name=""/>
        <dsp:cNvSpPr/>
      </dsp:nvSpPr>
      <dsp:spPr>
        <a:xfrm>
          <a:off x="7154322" y="2546238"/>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Educational opportunities</a:t>
          </a:r>
        </a:p>
      </dsp:txBody>
      <dsp:txXfrm>
        <a:off x="7154322" y="2546238"/>
        <a:ext cx="3148942" cy="13359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C8B502-C3FB-46DB-83A6-D4388A6D21B1}">
      <dsp:nvSpPr>
        <dsp:cNvPr id="0" name=""/>
        <dsp:cNvSpPr/>
      </dsp:nvSpPr>
      <dsp:spPr>
        <a:xfrm>
          <a:off x="1138979" y="1203549"/>
          <a:ext cx="932563" cy="93256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4B71A1-440D-4562-B700-53B9F8BA2013}">
      <dsp:nvSpPr>
        <dsp:cNvPr id="0" name=""/>
        <dsp:cNvSpPr/>
      </dsp:nvSpPr>
      <dsp:spPr>
        <a:xfrm>
          <a:off x="569079"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a:t>Measuring complexity is hard</a:t>
          </a:r>
        </a:p>
      </dsp:txBody>
      <dsp:txXfrm>
        <a:off x="569079" y="2427788"/>
        <a:ext cx="2072362" cy="720000"/>
      </dsp:txXfrm>
    </dsp:sp>
    <dsp:sp modelId="{87376627-47C8-4F15-9A0D-CB91ABB7FA27}">
      <dsp:nvSpPr>
        <dsp:cNvPr id="0" name=""/>
        <dsp:cNvSpPr/>
      </dsp:nvSpPr>
      <dsp:spPr>
        <a:xfrm>
          <a:off x="3574005" y="1203549"/>
          <a:ext cx="932563" cy="93256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0D4674-54C0-42BB-A72D-40791C1FB830}">
      <dsp:nvSpPr>
        <dsp:cNvPr id="0" name=""/>
        <dsp:cNvSpPr/>
      </dsp:nvSpPr>
      <dsp:spPr>
        <a:xfrm>
          <a:off x="3004105"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a:t>B1 does not equal understanding</a:t>
          </a:r>
        </a:p>
      </dsp:txBody>
      <dsp:txXfrm>
        <a:off x="3004105" y="2427788"/>
        <a:ext cx="2072362" cy="720000"/>
      </dsp:txXfrm>
    </dsp:sp>
    <dsp:sp modelId="{A8E5A12F-9237-49D8-B240-6288634E72B7}">
      <dsp:nvSpPr>
        <dsp:cNvPr id="0" name=""/>
        <dsp:cNvSpPr/>
      </dsp:nvSpPr>
      <dsp:spPr>
        <a:xfrm>
          <a:off x="6009031" y="1203549"/>
          <a:ext cx="932563" cy="93256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95BF10-758A-4029-A260-C36994384D16}">
      <dsp:nvSpPr>
        <dsp:cNvPr id="0" name=""/>
        <dsp:cNvSpPr/>
      </dsp:nvSpPr>
      <dsp:spPr>
        <a:xfrm>
          <a:off x="5439131"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a:t>Legal &amp; Institutional context is complex</a:t>
          </a:r>
        </a:p>
      </dsp:txBody>
      <dsp:txXfrm>
        <a:off x="5439131" y="2427788"/>
        <a:ext cx="2072362" cy="720000"/>
      </dsp:txXfrm>
    </dsp:sp>
    <dsp:sp modelId="{8A76742A-AE48-4AB7-ADA0-561FBBEDC7FD}">
      <dsp:nvSpPr>
        <dsp:cNvPr id="0" name=""/>
        <dsp:cNvSpPr/>
      </dsp:nvSpPr>
      <dsp:spPr>
        <a:xfrm>
          <a:off x="8444057" y="1203549"/>
          <a:ext cx="932563" cy="93256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E8E23F9-52D8-4142-80A5-A3750BA870C5}">
      <dsp:nvSpPr>
        <dsp:cNvPr id="0" name=""/>
        <dsp:cNvSpPr/>
      </dsp:nvSpPr>
      <dsp:spPr>
        <a:xfrm>
          <a:off x="7874157"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a:t>AI can start shaping civic language</a:t>
          </a:r>
        </a:p>
      </dsp:txBody>
      <dsp:txXfrm>
        <a:off x="7874157" y="2427788"/>
        <a:ext cx="2072362"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5D101F-E7DD-4EFB-BE20-A4BAA6AEBC4B}">
      <dsp:nvSpPr>
        <dsp:cNvPr id="0" name=""/>
        <dsp:cNvSpPr/>
      </dsp:nvSpPr>
      <dsp:spPr>
        <a:xfrm>
          <a:off x="82613" y="1727046"/>
          <a:ext cx="897246" cy="897246"/>
        </a:xfrm>
        <a:prstGeom prst="ellipse">
          <a:avLst/>
        </a:prstGeom>
        <a:solidFill>
          <a:schemeClr val="accent1">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1F1BEA-46A4-427C-A158-A77E64711557}">
      <dsp:nvSpPr>
        <dsp:cNvPr id="0" name=""/>
        <dsp:cNvSpPr/>
      </dsp:nvSpPr>
      <dsp:spPr>
        <a:xfrm>
          <a:off x="271034" y="1915467"/>
          <a:ext cx="520402" cy="520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3265C7F-0BAA-4FB9-97DB-1A1D7C149507}">
      <dsp:nvSpPr>
        <dsp:cNvPr id="0" name=""/>
        <dsp:cNvSpPr/>
      </dsp:nvSpPr>
      <dsp:spPr>
        <a:xfrm>
          <a:off x="1172126" y="1727046"/>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dirty="0"/>
            <a:t>Literacy decline acceleration</a:t>
          </a:r>
        </a:p>
      </dsp:txBody>
      <dsp:txXfrm>
        <a:off x="1172126" y="1727046"/>
        <a:ext cx="2114937" cy="897246"/>
      </dsp:txXfrm>
    </dsp:sp>
    <dsp:sp modelId="{71D6F37D-D545-46A0-B127-22A57CEEDEDD}">
      <dsp:nvSpPr>
        <dsp:cNvPr id="0" name=""/>
        <dsp:cNvSpPr/>
      </dsp:nvSpPr>
      <dsp:spPr>
        <a:xfrm>
          <a:off x="3655575" y="1727046"/>
          <a:ext cx="897246" cy="897246"/>
        </a:xfrm>
        <a:prstGeom prst="ellipse">
          <a:avLst/>
        </a:prstGeom>
        <a:solidFill>
          <a:schemeClr val="accent1">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1DE316-E29A-4BAA-A72A-C5C174D2DDC6}">
      <dsp:nvSpPr>
        <dsp:cNvPr id="0" name=""/>
        <dsp:cNvSpPr/>
      </dsp:nvSpPr>
      <dsp:spPr>
        <a:xfrm>
          <a:off x="3843996" y="1915467"/>
          <a:ext cx="520402" cy="5204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AD5CA2-E6FF-421E-9A5F-71C5ADE69F29}">
      <dsp:nvSpPr>
        <dsp:cNvPr id="0" name=""/>
        <dsp:cNvSpPr/>
      </dsp:nvSpPr>
      <dsp:spPr>
        <a:xfrm>
          <a:off x="4745088" y="1727046"/>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a:t>Complexity measures especially CERF are limited</a:t>
          </a:r>
        </a:p>
      </dsp:txBody>
      <dsp:txXfrm>
        <a:off x="4745088" y="1727046"/>
        <a:ext cx="2114937" cy="897246"/>
      </dsp:txXfrm>
    </dsp:sp>
    <dsp:sp modelId="{648103C4-379C-49ED-8B29-D9F9D17D74B0}">
      <dsp:nvSpPr>
        <dsp:cNvPr id="0" name=""/>
        <dsp:cNvSpPr/>
      </dsp:nvSpPr>
      <dsp:spPr>
        <a:xfrm>
          <a:off x="7228536" y="1727046"/>
          <a:ext cx="897246" cy="897246"/>
        </a:xfrm>
        <a:prstGeom prst="ellipse">
          <a:avLst/>
        </a:prstGeom>
        <a:solidFill>
          <a:schemeClr val="accent1">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2799E2-DEA0-42F5-A69E-4EEADAC5D372}">
      <dsp:nvSpPr>
        <dsp:cNvPr id="0" name=""/>
        <dsp:cNvSpPr/>
      </dsp:nvSpPr>
      <dsp:spPr>
        <a:xfrm>
          <a:off x="7416958" y="1915467"/>
          <a:ext cx="520402" cy="5204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3D5E8B-A2E7-4DE1-93F6-43EB98A2117A}">
      <dsp:nvSpPr>
        <dsp:cNvPr id="0" name=""/>
        <dsp:cNvSpPr/>
      </dsp:nvSpPr>
      <dsp:spPr>
        <a:xfrm>
          <a:off x="8318049" y="1727046"/>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dirty="0"/>
            <a:t>AI converges and standardizes language</a:t>
          </a:r>
        </a:p>
      </dsp:txBody>
      <dsp:txXfrm>
        <a:off x="8318049" y="1727046"/>
        <a:ext cx="2114937" cy="89724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E0A65C-FB5D-4D67-B4CD-DAC2E37264C3}">
      <dsp:nvSpPr>
        <dsp:cNvPr id="0" name=""/>
        <dsp:cNvSpPr/>
      </dsp:nvSpPr>
      <dsp:spPr>
        <a:xfrm>
          <a:off x="82613" y="90855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554E69-3442-4213-B365-C55A7B328731}">
      <dsp:nvSpPr>
        <dsp:cNvPr id="0" name=""/>
        <dsp:cNvSpPr/>
      </dsp:nvSpPr>
      <dsp:spPr>
        <a:xfrm>
          <a:off x="271034" y="1096980"/>
          <a:ext cx="520402" cy="520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F4EABF-67B4-4955-AA15-FDE2163A2011}">
      <dsp:nvSpPr>
        <dsp:cNvPr id="0" name=""/>
        <dsp:cNvSpPr/>
      </dsp:nvSpPr>
      <dsp:spPr>
        <a:xfrm>
          <a:off x="1172126"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GB" sz="1600" kern="1200"/>
            <a:t>LLMs generate </a:t>
          </a:r>
          <a:r>
            <a:rPr lang="en-GB" sz="1600" i="1" kern="1200"/>
            <a:t>statistically average</a:t>
          </a:r>
          <a:r>
            <a:rPr lang="en-GB" sz="1600" kern="1200"/>
            <a:t> language</a:t>
          </a:r>
          <a:endParaRPr lang="en-US" sz="1600" kern="1200"/>
        </a:p>
      </dsp:txBody>
      <dsp:txXfrm>
        <a:off x="1172126" y="908559"/>
        <a:ext cx="2114937" cy="897246"/>
      </dsp:txXfrm>
    </dsp:sp>
    <dsp:sp modelId="{9FBF2014-33DC-400B-AB20-2EA914A239BD}">
      <dsp:nvSpPr>
        <dsp:cNvPr id="0" name=""/>
        <dsp:cNvSpPr/>
      </dsp:nvSpPr>
      <dsp:spPr>
        <a:xfrm>
          <a:off x="3655575" y="90855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2B0A3D-3429-41E7-9511-CAA8488517A9}">
      <dsp:nvSpPr>
        <dsp:cNvPr id="0" name=""/>
        <dsp:cNvSpPr/>
      </dsp:nvSpPr>
      <dsp:spPr>
        <a:xfrm>
          <a:off x="3843996" y="1096980"/>
          <a:ext cx="520402" cy="5204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C0EA37-43E0-4824-BB8D-9C77AC48B653}">
      <dsp:nvSpPr>
        <dsp:cNvPr id="0" name=""/>
        <dsp:cNvSpPr/>
      </dsp:nvSpPr>
      <dsp:spPr>
        <a:xfrm>
          <a:off x="4745088"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GB" sz="1600" kern="1200"/>
            <a:t>Simplification optimizes for predictability, not richness</a:t>
          </a:r>
          <a:endParaRPr lang="en-US" sz="1600" kern="1200"/>
        </a:p>
      </dsp:txBody>
      <dsp:txXfrm>
        <a:off x="4745088" y="908559"/>
        <a:ext cx="2114937" cy="897246"/>
      </dsp:txXfrm>
    </dsp:sp>
    <dsp:sp modelId="{B94818A8-2C71-4CFC-8CBB-62C72A030BF3}">
      <dsp:nvSpPr>
        <dsp:cNvPr id="0" name=""/>
        <dsp:cNvSpPr/>
      </dsp:nvSpPr>
      <dsp:spPr>
        <a:xfrm>
          <a:off x="7228536" y="90855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79DB5D-F058-405D-A8A1-2C3C0D77AD57}">
      <dsp:nvSpPr>
        <dsp:cNvPr id="0" name=""/>
        <dsp:cNvSpPr/>
      </dsp:nvSpPr>
      <dsp:spPr>
        <a:xfrm>
          <a:off x="7416958" y="1096980"/>
          <a:ext cx="520402" cy="5204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B0E0DB-7829-40B1-91A2-E7C23DBA43F8}">
      <dsp:nvSpPr>
        <dsp:cNvPr id="0" name=""/>
        <dsp:cNvSpPr/>
      </dsp:nvSpPr>
      <dsp:spPr>
        <a:xfrm>
          <a:off x="8318049"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GB" sz="1600" kern="1200"/>
            <a:t>Rewriting reduces lexical and syntactic variation</a:t>
          </a:r>
          <a:endParaRPr lang="en-US" sz="1600" kern="1200"/>
        </a:p>
      </dsp:txBody>
      <dsp:txXfrm>
        <a:off x="8318049" y="908559"/>
        <a:ext cx="2114937" cy="897246"/>
      </dsp:txXfrm>
    </dsp:sp>
    <dsp:sp modelId="{95C5AEF6-4446-40E1-BF40-FAE697CF4307}">
      <dsp:nvSpPr>
        <dsp:cNvPr id="0" name=""/>
        <dsp:cNvSpPr/>
      </dsp:nvSpPr>
      <dsp:spPr>
        <a:xfrm>
          <a:off x="82613" y="254553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8D78D1-1888-48E1-BDEC-0C74AFEA9323}">
      <dsp:nvSpPr>
        <dsp:cNvPr id="0" name=""/>
        <dsp:cNvSpPr/>
      </dsp:nvSpPr>
      <dsp:spPr>
        <a:xfrm>
          <a:off x="271034" y="2733954"/>
          <a:ext cx="520402" cy="5204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FDD85D-B8F9-4470-A813-71FF40EC7817}">
      <dsp:nvSpPr>
        <dsp:cNvPr id="0" name=""/>
        <dsp:cNvSpPr/>
      </dsp:nvSpPr>
      <dsp:spPr>
        <a:xfrm>
          <a:off x="1172126"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GB" sz="1600" kern="1200"/>
            <a:t>Users adapt their writing to AI output over time</a:t>
          </a:r>
          <a:endParaRPr lang="en-US" sz="1600" kern="1200"/>
        </a:p>
      </dsp:txBody>
      <dsp:txXfrm>
        <a:off x="1172126" y="2545532"/>
        <a:ext cx="2114937" cy="897246"/>
      </dsp:txXfrm>
    </dsp:sp>
    <dsp:sp modelId="{A00546E3-7351-4BD2-9B72-71D61DC3E960}">
      <dsp:nvSpPr>
        <dsp:cNvPr id="0" name=""/>
        <dsp:cNvSpPr/>
      </dsp:nvSpPr>
      <dsp:spPr>
        <a:xfrm>
          <a:off x="3655575" y="254553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740C7A-77C3-4C1C-8AFE-B1E99C5C160F}">
      <dsp:nvSpPr>
        <dsp:cNvPr id="0" name=""/>
        <dsp:cNvSpPr/>
      </dsp:nvSpPr>
      <dsp:spPr>
        <a:xfrm>
          <a:off x="3843996" y="2733954"/>
          <a:ext cx="520402" cy="52040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DF2A89-B568-497C-9488-69C683DA318E}">
      <dsp:nvSpPr>
        <dsp:cNvPr id="0" name=""/>
        <dsp:cNvSpPr/>
      </dsp:nvSpPr>
      <dsp:spPr>
        <a:xfrm>
          <a:off x="4745088"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GB" sz="1600" kern="1200"/>
            <a:t>Homogenization affects both language and thinking</a:t>
          </a:r>
          <a:endParaRPr lang="en-US" sz="1600" kern="1200"/>
        </a:p>
      </dsp:txBody>
      <dsp:txXfrm>
        <a:off x="4745088" y="2545532"/>
        <a:ext cx="2114937" cy="897246"/>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F07B4C-6290-4067-A530-8D35EE92462D}" type="datetimeFigureOut">
              <a:rPr lang="en-US" smtClean="0"/>
              <a:t>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0B09AF-A0DB-48DB-8D8B-880F039D3381}" type="slidenum">
              <a:rPr lang="en-US" smtClean="0"/>
              <a:t>‹#›</a:t>
            </a:fld>
            <a:endParaRPr lang="en-US"/>
          </a:p>
        </p:txBody>
      </p:sp>
    </p:spTree>
    <p:extLst>
      <p:ext uri="{BB962C8B-B14F-4D97-AF65-F5344CB8AC3E}">
        <p14:creationId xmlns:p14="http://schemas.microsoft.com/office/powerpoint/2010/main" val="17037598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Dutch municipalities are under pressure to communicate clearly and accessibly, and B1 has become the default standard. At the same time, AI rewriting tools make it easy to automatically simplify texts to that level. The key question I’m addressing is not whether AI can do this technically, but whether municipalities should rely on it structurally given their responsibility for language, comprehension, and long-term civic communication.</a:t>
            </a:r>
            <a:endParaRPr lang="en-US" dirty="0"/>
          </a:p>
        </p:txBody>
      </p:sp>
      <p:sp>
        <p:nvSpPr>
          <p:cNvPr id="4" name="Slide Number Placeholder 3"/>
          <p:cNvSpPr>
            <a:spLocks noGrp="1"/>
          </p:cNvSpPr>
          <p:nvPr>
            <p:ph type="sldNum" sz="quarter" idx="5"/>
          </p:nvPr>
        </p:nvSpPr>
        <p:spPr/>
        <p:txBody>
          <a:bodyPr/>
          <a:lstStyle/>
          <a:p>
            <a:fld id="{A10B09AF-A0DB-48DB-8D8B-880F039D3381}" type="slidenum">
              <a:rPr lang="en-US" smtClean="0"/>
              <a:t>3</a:t>
            </a:fld>
            <a:endParaRPr lang="en-US"/>
          </a:p>
        </p:txBody>
      </p:sp>
    </p:spTree>
    <p:extLst>
      <p:ext uri="{BB962C8B-B14F-4D97-AF65-F5344CB8AC3E}">
        <p14:creationId xmlns:p14="http://schemas.microsoft.com/office/powerpoint/2010/main" val="49443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are strong reasons why AI simplification is appealing. Literacy decline is real, municipal staff face time and expertise constraints, and B1 is already policy. AI promises efficiency, consistency, and better accessibility for many citizens. This position is reasonable and well-intentioned, and I want to take it seriously before critiquing it.</a:t>
            </a:r>
            <a:endParaRPr lang="en-US" dirty="0"/>
          </a:p>
        </p:txBody>
      </p:sp>
      <p:sp>
        <p:nvSpPr>
          <p:cNvPr id="4" name="Slide Number Placeholder 3"/>
          <p:cNvSpPr>
            <a:spLocks noGrp="1"/>
          </p:cNvSpPr>
          <p:nvPr>
            <p:ph type="sldNum" sz="quarter" idx="5"/>
          </p:nvPr>
        </p:nvSpPr>
        <p:spPr/>
        <p:txBody>
          <a:bodyPr/>
          <a:lstStyle/>
          <a:p>
            <a:fld id="{A10B09AF-A0DB-48DB-8D8B-880F039D3381}" type="slidenum">
              <a:rPr lang="en-US" smtClean="0"/>
              <a:t>4</a:t>
            </a:fld>
            <a:endParaRPr lang="en-US"/>
          </a:p>
        </p:txBody>
      </p:sp>
    </p:spTree>
    <p:extLst>
      <p:ext uri="{BB962C8B-B14F-4D97-AF65-F5344CB8AC3E}">
        <p14:creationId xmlns:p14="http://schemas.microsoft.com/office/powerpoint/2010/main" val="1348225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tension starts when simplification is treated as equivalent to understanding. Many comprehension problems come from legal framing and institutional logic, not just vocabulary. When simplification is automated and scaled, AI does not just help writers, it begins to shape the form of civic language itself.</a:t>
            </a:r>
            <a:endParaRPr lang="en-US" dirty="0"/>
          </a:p>
        </p:txBody>
      </p:sp>
      <p:sp>
        <p:nvSpPr>
          <p:cNvPr id="4" name="Slide Number Placeholder 3"/>
          <p:cNvSpPr>
            <a:spLocks noGrp="1"/>
          </p:cNvSpPr>
          <p:nvPr>
            <p:ph type="sldNum" sz="quarter" idx="5"/>
          </p:nvPr>
        </p:nvSpPr>
        <p:spPr/>
        <p:txBody>
          <a:bodyPr/>
          <a:lstStyle/>
          <a:p>
            <a:fld id="{A10B09AF-A0DB-48DB-8D8B-880F039D3381}" type="slidenum">
              <a:rPr lang="en-US" smtClean="0"/>
              <a:t>5</a:t>
            </a:fld>
            <a:endParaRPr lang="en-US"/>
          </a:p>
        </p:txBody>
      </p:sp>
    </p:spTree>
    <p:extLst>
      <p:ext uri="{BB962C8B-B14F-4D97-AF65-F5344CB8AC3E}">
        <p14:creationId xmlns:p14="http://schemas.microsoft.com/office/powerpoint/2010/main" val="9759244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My concern rests on three interacting arguments. First, literacy decline means simplified language becomes more dominant over time. Second, B1 and CEFR are blunt proxies that don’t capture conceptual or legal difficulty. Third, AI systems tend to converge toward statistically dominant phrasing, which reduces variation and expressive precision. Together, these suggest a risk of accelerating linguistic flattening.</a:t>
            </a:r>
            <a:endParaRPr lang="en-US" dirty="0"/>
          </a:p>
        </p:txBody>
      </p:sp>
      <p:sp>
        <p:nvSpPr>
          <p:cNvPr id="4" name="Slide Number Placeholder 3"/>
          <p:cNvSpPr>
            <a:spLocks noGrp="1"/>
          </p:cNvSpPr>
          <p:nvPr>
            <p:ph type="sldNum" sz="quarter" idx="5"/>
          </p:nvPr>
        </p:nvSpPr>
        <p:spPr/>
        <p:txBody>
          <a:bodyPr/>
          <a:lstStyle/>
          <a:p>
            <a:fld id="{A10B09AF-A0DB-48DB-8D8B-880F039D3381}" type="slidenum">
              <a:rPr lang="en-US" smtClean="0"/>
              <a:t>7</a:t>
            </a:fld>
            <a:endParaRPr lang="en-US"/>
          </a:p>
        </p:txBody>
      </p:sp>
    </p:spTree>
    <p:extLst>
      <p:ext uri="{BB962C8B-B14F-4D97-AF65-F5344CB8AC3E}">
        <p14:creationId xmlns:p14="http://schemas.microsoft.com/office/powerpoint/2010/main" val="28658637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debate is not binary. There are at least three positions. Full adoption of AI rewriting to B1, rejection of AI simplification due to linguistic risk, and a middle position where AI is used conditionally as a diagnostic or supportive tool rather than an autonomous rewriter.</a:t>
            </a:r>
            <a:endParaRPr lang="en-US" dirty="0"/>
          </a:p>
        </p:txBody>
      </p:sp>
      <p:sp>
        <p:nvSpPr>
          <p:cNvPr id="4" name="Slide Number Placeholder 3"/>
          <p:cNvSpPr>
            <a:spLocks noGrp="1"/>
          </p:cNvSpPr>
          <p:nvPr>
            <p:ph type="sldNum" sz="quarter" idx="5"/>
          </p:nvPr>
        </p:nvSpPr>
        <p:spPr/>
        <p:txBody>
          <a:bodyPr/>
          <a:lstStyle/>
          <a:p>
            <a:fld id="{A10B09AF-A0DB-48DB-8D8B-880F039D3381}" type="slidenum">
              <a:rPr lang="en-US" smtClean="0"/>
              <a:t>9</a:t>
            </a:fld>
            <a:endParaRPr lang="en-US"/>
          </a:p>
        </p:txBody>
      </p:sp>
    </p:spTree>
    <p:extLst>
      <p:ext uri="{BB962C8B-B14F-4D97-AF65-F5344CB8AC3E}">
        <p14:creationId xmlns:p14="http://schemas.microsoft.com/office/powerpoint/2010/main" val="16820263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 argue against structural reliance on AI-driven B1 rewriting as a default practice because of its potential to accelerate language decline. At the same time, I acknowledge that AI adoption is likely inevitable due to institutional and societal pressures. Precisely because it is hard to reverse once embedded, I argue for cautious, diagnostic use that keeps human judgment central.</a:t>
            </a:r>
            <a:endParaRPr lang="en-US" dirty="0"/>
          </a:p>
        </p:txBody>
      </p:sp>
      <p:sp>
        <p:nvSpPr>
          <p:cNvPr id="4" name="Slide Number Placeholder 3"/>
          <p:cNvSpPr>
            <a:spLocks noGrp="1"/>
          </p:cNvSpPr>
          <p:nvPr>
            <p:ph type="sldNum" sz="quarter" idx="5"/>
          </p:nvPr>
        </p:nvSpPr>
        <p:spPr/>
        <p:txBody>
          <a:bodyPr/>
          <a:lstStyle/>
          <a:p>
            <a:fld id="{A10B09AF-A0DB-48DB-8D8B-880F039D3381}" type="slidenum">
              <a:rPr lang="en-US" smtClean="0"/>
              <a:t>10</a:t>
            </a:fld>
            <a:endParaRPr lang="en-US"/>
          </a:p>
        </p:txBody>
      </p:sp>
    </p:spTree>
    <p:extLst>
      <p:ext uri="{BB962C8B-B14F-4D97-AF65-F5344CB8AC3E}">
        <p14:creationId xmlns:p14="http://schemas.microsoft.com/office/powerpoint/2010/main" val="37772429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I’d like to use the discussion to challenge my own position. Do you think the linguistic risk is overstated compared to accessibility gains? If B1 is already policy, does AI really change anything in practice? And where would you personally draw the line between helpful support and harmful automation? I’m especially interested in disagreement or alternative views.</a:t>
            </a:r>
            <a:endParaRPr lang="en-US" dirty="0"/>
          </a:p>
        </p:txBody>
      </p:sp>
      <p:sp>
        <p:nvSpPr>
          <p:cNvPr id="4" name="Slide Number Placeholder 3"/>
          <p:cNvSpPr>
            <a:spLocks noGrp="1"/>
          </p:cNvSpPr>
          <p:nvPr>
            <p:ph type="sldNum" sz="quarter" idx="5"/>
          </p:nvPr>
        </p:nvSpPr>
        <p:spPr/>
        <p:txBody>
          <a:bodyPr/>
          <a:lstStyle/>
          <a:p>
            <a:fld id="{A10B09AF-A0DB-48DB-8D8B-880F039D3381}" type="slidenum">
              <a:rPr lang="en-US" smtClean="0"/>
              <a:t>11</a:t>
            </a:fld>
            <a:endParaRPr lang="en-US"/>
          </a:p>
        </p:txBody>
      </p:sp>
    </p:spTree>
    <p:extLst>
      <p:ext uri="{BB962C8B-B14F-4D97-AF65-F5344CB8AC3E}">
        <p14:creationId xmlns:p14="http://schemas.microsoft.com/office/powerpoint/2010/main" val="35686245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94BC2-A028-A152-4D00-C26DE41171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84FACDC-6322-E7C4-E355-08B97A428E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021A3E-3112-148C-FD6A-D1F73B5E73B0}"/>
              </a:ext>
            </a:extLst>
          </p:cNvPr>
          <p:cNvSpPr>
            <a:spLocks noGrp="1"/>
          </p:cNvSpPr>
          <p:nvPr>
            <p:ph type="dt" sz="half" idx="10"/>
          </p:nvPr>
        </p:nvSpPr>
        <p:spPr/>
        <p:txBody>
          <a:bodyPr/>
          <a:lstStyle/>
          <a:p>
            <a:fld id="{CF471379-E6A1-46BD-9490-8CD26B5A761C}" type="datetimeFigureOut">
              <a:rPr lang="en-US" smtClean="0"/>
              <a:t>1/9/2026</a:t>
            </a:fld>
            <a:endParaRPr lang="en-US"/>
          </a:p>
        </p:txBody>
      </p:sp>
      <p:sp>
        <p:nvSpPr>
          <p:cNvPr id="5" name="Footer Placeholder 4">
            <a:extLst>
              <a:ext uri="{FF2B5EF4-FFF2-40B4-BE49-F238E27FC236}">
                <a16:creationId xmlns:a16="http://schemas.microsoft.com/office/drawing/2014/main" id="{97D0E86F-1695-E34A-BBAC-56DDFE0A4F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EDE796-C2C6-8C82-D287-0CBD96E168AE}"/>
              </a:ext>
            </a:extLst>
          </p:cNvPr>
          <p:cNvSpPr>
            <a:spLocks noGrp="1"/>
          </p:cNvSpPr>
          <p:nvPr>
            <p:ph type="sldNum" sz="quarter" idx="12"/>
          </p:nvPr>
        </p:nvSpPr>
        <p:spPr/>
        <p:txBody>
          <a:bodyPr/>
          <a:lstStyle/>
          <a:p>
            <a:fld id="{E2F3A64C-609C-48B6-9CAA-BCE24423DEF8}" type="slidenum">
              <a:rPr lang="en-US" smtClean="0"/>
              <a:t>‹#›</a:t>
            </a:fld>
            <a:endParaRPr lang="en-US"/>
          </a:p>
        </p:txBody>
      </p:sp>
    </p:spTree>
    <p:extLst>
      <p:ext uri="{BB962C8B-B14F-4D97-AF65-F5344CB8AC3E}">
        <p14:creationId xmlns:p14="http://schemas.microsoft.com/office/powerpoint/2010/main" val="1434249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60527-6360-687A-6A47-4DA9D6EAEB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66DED2-A258-9C75-21A6-44DFF8A98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9514BF-BEF3-D586-CC46-3392F27583A0}"/>
              </a:ext>
            </a:extLst>
          </p:cNvPr>
          <p:cNvSpPr>
            <a:spLocks noGrp="1"/>
          </p:cNvSpPr>
          <p:nvPr>
            <p:ph type="dt" sz="half" idx="10"/>
          </p:nvPr>
        </p:nvSpPr>
        <p:spPr/>
        <p:txBody>
          <a:bodyPr/>
          <a:lstStyle/>
          <a:p>
            <a:fld id="{CF471379-E6A1-46BD-9490-8CD26B5A761C}" type="datetimeFigureOut">
              <a:rPr lang="en-US" smtClean="0"/>
              <a:t>1/9/2026</a:t>
            </a:fld>
            <a:endParaRPr lang="en-US"/>
          </a:p>
        </p:txBody>
      </p:sp>
      <p:sp>
        <p:nvSpPr>
          <p:cNvPr id="5" name="Footer Placeholder 4">
            <a:extLst>
              <a:ext uri="{FF2B5EF4-FFF2-40B4-BE49-F238E27FC236}">
                <a16:creationId xmlns:a16="http://schemas.microsoft.com/office/drawing/2014/main" id="{39C5F1A0-6264-318F-B958-192BD354AF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929D06-A224-2ECC-578B-486BE6ADB2E4}"/>
              </a:ext>
            </a:extLst>
          </p:cNvPr>
          <p:cNvSpPr>
            <a:spLocks noGrp="1"/>
          </p:cNvSpPr>
          <p:nvPr>
            <p:ph type="sldNum" sz="quarter" idx="12"/>
          </p:nvPr>
        </p:nvSpPr>
        <p:spPr/>
        <p:txBody>
          <a:bodyPr/>
          <a:lstStyle/>
          <a:p>
            <a:fld id="{E2F3A64C-609C-48B6-9CAA-BCE24423DEF8}" type="slidenum">
              <a:rPr lang="en-US" smtClean="0"/>
              <a:t>‹#›</a:t>
            </a:fld>
            <a:endParaRPr lang="en-US"/>
          </a:p>
        </p:txBody>
      </p:sp>
    </p:spTree>
    <p:extLst>
      <p:ext uri="{BB962C8B-B14F-4D97-AF65-F5344CB8AC3E}">
        <p14:creationId xmlns:p14="http://schemas.microsoft.com/office/powerpoint/2010/main" val="1549118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93076-1470-D202-87B4-0140C8BBD1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2CE716-67EC-8B6A-4323-3CC431FC460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68A8ECF-5F57-2C7D-701D-C3774AE35191}"/>
              </a:ext>
            </a:extLst>
          </p:cNvPr>
          <p:cNvSpPr>
            <a:spLocks noGrp="1"/>
          </p:cNvSpPr>
          <p:nvPr>
            <p:ph type="dt" sz="half" idx="10"/>
          </p:nvPr>
        </p:nvSpPr>
        <p:spPr/>
        <p:txBody>
          <a:bodyPr/>
          <a:lstStyle/>
          <a:p>
            <a:fld id="{CF471379-E6A1-46BD-9490-8CD26B5A761C}" type="datetimeFigureOut">
              <a:rPr lang="en-US" smtClean="0"/>
              <a:t>1/9/2026</a:t>
            </a:fld>
            <a:endParaRPr lang="en-US"/>
          </a:p>
        </p:txBody>
      </p:sp>
      <p:sp>
        <p:nvSpPr>
          <p:cNvPr id="5" name="Footer Placeholder 4">
            <a:extLst>
              <a:ext uri="{FF2B5EF4-FFF2-40B4-BE49-F238E27FC236}">
                <a16:creationId xmlns:a16="http://schemas.microsoft.com/office/drawing/2014/main" id="{942406F9-3C73-DD86-B136-B9575CE402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80A972-876C-3DCC-63E9-F13A4CD29857}"/>
              </a:ext>
            </a:extLst>
          </p:cNvPr>
          <p:cNvSpPr>
            <a:spLocks noGrp="1"/>
          </p:cNvSpPr>
          <p:nvPr>
            <p:ph type="sldNum" sz="quarter" idx="12"/>
          </p:nvPr>
        </p:nvSpPr>
        <p:spPr/>
        <p:txBody>
          <a:bodyPr/>
          <a:lstStyle/>
          <a:p>
            <a:fld id="{E2F3A64C-609C-48B6-9CAA-BCE24423DEF8}" type="slidenum">
              <a:rPr lang="en-US" smtClean="0"/>
              <a:t>‹#›</a:t>
            </a:fld>
            <a:endParaRPr lang="en-US"/>
          </a:p>
        </p:txBody>
      </p:sp>
    </p:spTree>
    <p:extLst>
      <p:ext uri="{BB962C8B-B14F-4D97-AF65-F5344CB8AC3E}">
        <p14:creationId xmlns:p14="http://schemas.microsoft.com/office/powerpoint/2010/main" val="34314981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A9327-5EFD-FF7F-E6D9-744077A2D5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FAA254-3FF4-73C4-8CC2-5DB4B91885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421BACA-835E-F998-A36F-7B3863A6B8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153B26-15FE-63AF-472A-8F9CDD354C69}"/>
              </a:ext>
            </a:extLst>
          </p:cNvPr>
          <p:cNvSpPr>
            <a:spLocks noGrp="1"/>
          </p:cNvSpPr>
          <p:nvPr>
            <p:ph type="dt" sz="half" idx="10"/>
          </p:nvPr>
        </p:nvSpPr>
        <p:spPr/>
        <p:txBody>
          <a:bodyPr/>
          <a:lstStyle/>
          <a:p>
            <a:fld id="{CF471379-E6A1-46BD-9490-8CD26B5A761C}" type="datetimeFigureOut">
              <a:rPr lang="en-US" smtClean="0"/>
              <a:t>1/9/2026</a:t>
            </a:fld>
            <a:endParaRPr lang="en-US"/>
          </a:p>
        </p:txBody>
      </p:sp>
      <p:sp>
        <p:nvSpPr>
          <p:cNvPr id="6" name="Footer Placeholder 5">
            <a:extLst>
              <a:ext uri="{FF2B5EF4-FFF2-40B4-BE49-F238E27FC236}">
                <a16:creationId xmlns:a16="http://schemas.microsoft.com/office/drawing/2014/main" id="{67B3FE81-C2BD-32A0-EAAE-8CF55ED696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B79A3F-9940-7BBE-166D-D8F35D1851E7}"/>
              </a:ext>
            </a:extLst>
          </p:cNvPr>
          <p:cNvSpPr>
            <a:spLocks noGrp="1"/>
          </p:cNvSpPr>
          <p:nvPr>
            <p:ph type="sldNum" sz="quarter" idx="12"/>
          </p:nvPr>
        </p:nvSpPr>
        <p:spPr/>
        <p:txBody>
          <a:bodyPr/>
          <a:lstStyle/>
          <a:p>
            <a:fld id="{E2F3A64C-609C-48B6-9CAA-BCE24423DEF8}" type="slidenum">
              <a:rPr lang="en-US" smtClean="0"/>
              <a:t>‹#›</a:t>
            </a:fld>
            <a:endParaRPr lang="en-US"/>
          </a:p>
        </p:txBody>
      </p:sp>
    </p:spTree>
    <p:extLst>
      <p:ext uri="{BB962C8B-B14F-4D97-AF65-F5344CB8AC3E}">
        <p14:creationId xmlns:p14="http://schemas.microsoft.com/office/powerpoint/2010/main" val="3874234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B9BAF-9DAB-5D55-DE4C-95C61E649A3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6E08612-45F9-E0CE-380A-4D9A78B97C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8A4819-CD1B-B2E2-B56B-951C448CFB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84CF9D-5EAD-737B-204F-F2CC497F7A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612E0A-AFF9-6112-41F9-FFEA53B41F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967887C-A9FE-605F-DDAB-6A4CC48FEC9D}"/>
              </a:ext>
            </a:extLst>
          </p:cNvPr>
          <p:cNvSpPr>
            <a:spLocks noGrp="1"/>
          </p:cNvSpPr>
          <p:nvPr>
            <p:ph type="dt" sz="half" idx="10"/>
          </p:nvPr>
        </p:nvSpPr>
        <p:spPr/>
        <p:txBody>
          <a:bodyPr/>
          <a:lstStyle/>
          <a:p>
            <a:fld id="{CF471379-E6A1-46BD-9490-8CD26B5A761C}" type="datetimeFigureOut">
              <a:rPr lang="en-US" smtClean="0"/>
              <a:t>1/9/2026</a:t>
            </a:fld>
            <a:endParaRPr lang="en-US"/>
          </a:p>
        </p:txBody>
      </p:sp>
      <p:sp>
        <p:nvSpPr>
          <p:cNvPr id="8" name="Footer Placeholder 7">
            <a:extLst>
              <a:ext uri="{FF2B5EF4-FFF2-40B4-BE49-F238E27FC236}">
                <a16:creationId xmlns:a16="http://schemas.microsoft.com/office/drawing/2014/main" id="{2FFF9A23-7D4C-2C8E-99D1-5FF43CFE2A3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DC292AC-E04E-6DD7-9DA2-003DA8F22EAD}"/>
              </a:ext>
            </a:extLst>
          </p:cNvPr>
          <p:cNvSpPr>
            <a:spLocks noGrp="1"/>
          </p:cNvSpPr>
          <p:nvPr>
            <p:ph type="sldNum" sz="quarter" idx="12"/>
          </p:nvPr>
        </p:nvSpPr>
        <p:spPr/>
        <p:txBody>
          <a:bodyPr/>
          <a:lstStyle/>
          <a:p>
            <a:fld id="{E2F3A64C-609C-48B6-9CAA-BCE24423DEF8}" type="slidenum">
              <a:rPr lang="en-US" smtClean="0"/>
              <a:t>‹#›</a:t>
            </a:fld>
            <a:endParaRPr lang="en-US"/>
          </a:p>
        </p:txBody>
      </p:sp>
    </p:spTree>
    <p:extLst>
      <p:ext uri="{BB962C8B-B14F-4D97-AF65-F5344CB8AC3E}">
        <p14:creationId xmlns:p14="http://schemas.microsoft.com/office/powerpoint/2010/main" val="3390087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093A2-058B-31CB-671B-9F1A7471CD9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2B6116-A7B9-3719-F9F7-12E3CDFD6192}"/>
              </a:ext>
            </a:extLst>
          </p:cNvPr>
          <p:cNvSpPr>
            <a:spLocks noGrp="1"/>
          </p:cNvSpPr>
          <p:nvPr>
            <p:ph type="dt" sz="half" idx="10"/>
          </p:nvPr>
        </p:nvSpPr>
        <p:spPr/>
        <p:txBody>
          <a:bodyPr/>
          <a:lstStyle/>
          <a:p>
            <a:fld id="{CF471379-E6A1-46BD-9490-8CD26B5A761C}" type="datetimeFigureOut">
              <a:rPr lang="en-US" smtClean="0"/>
              <a:t>1/9/2026</a:t>
            </a:fld>
            <a:endParaRPr lang="en-US"/>
          </a:p>
        </p:txBody>
      </p:sp>
      <p:sp>
        <p:nvSpPr>
          <p:cNvPr id="4" name="Footer Placeholder 3">
            <a:extLst>
              <a:ext uri="{FF2B5EF4-FFF2-40B4-BE49-F238E27FC236}">
                <a16:creationId xmlns:a16="http://schemas.microsoft.com/office/drawing/2014/main" id="{5C3EB11B-5BD8-F89B-1E55-652FD8547A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CFC1D6A-16F1-CB47-7046-00E4D594DA32}"/>
              </a:ext>
            </a:extLst>
          </p:cNvPr>
          <p:cNvSpPr>
            <a:spLocks noGrp="1"/>
          </p:cNvSpPr>
          <p:nvPr>
            <p:ph type="sldNum" sz="quarter" idx="12"/>
          </p:nvPr>
        </p:nvSpPr>
        <p:spPr/>
        <p:txBody>
          <a:bodyPr/>
          <a:lstStyle/>
          <a:p>
            <a:fld id="{E2F3A64C-609C-48B6-9CAA-BCE24423DEF8}" type="slidenum">
              <a:rPr lang="en-US" smtClean="0"/>
              <a:t>‹#›</a:t>
            </a:fld>
            <a:endParaRPr lang="en-US"/>
          </a:p>
        </p:txBody>
      </p:sp>
    </p:spTree>
    <p:extLst>
      <p:ext uri="{BB962C8B-B14F-4D97-AF65-F5344CB8AC3E}">
        <p14:creationId xmlns:p14="http://schemas.microsoft.com/office/powerpoint/2010/main" val="2828499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3AC56F-52DE-F154-1615-5F698E295402}"/>
              </a:ext>
            </a:extLst>
          </p:cNvPr>
          <p:cNvSpPr>
            <a:spLocks noGrp="1"/>
          </p:cNvSpPr>
          <p:nvPr>
            <p:ph type="dt" sz="half" idx="10"/>
          </p:nvPr>
        </p:nvSpPr>
        <p:spPr/>
        <p:txBody>
          <a:bodyPr/>
          <a:lstStyle/>
          <a:p>
            <a:fld id="{CF471379-E6A1-46BD-9490-8CD26B5A761C}" type="datetimeFigureOut">
              <a:rPr lang="en-US" smtClean="0"/>
              <a:t>1/9/2026</a:t>
            </a:fld>
            <a:endParaRPr lang="en-US"/>
          </a:p>
        </p:txBody>
      </p:sp>
      <p:sp>
        <p:nvSpPr>
          <p:cNvPr id="3" name="Footer Placeholder 2">
            <a:extLst>
              <a:ext uri="{FF2B5EF4-FFF2-40B4-BE49-F238E27FC236}">
                <a16:creationId xmlns:a16="http://schemas.microsoft.com/office/drawing/2014/main" id="{553D13B0-E479-7952-3E5F-B2C8D2B48DB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D0A9587-AC7A-5C04-C487-F6A21BCBA701}"/>
              </a:ext>
            </a:extLst>
          </p:cNvPr>
          <p:cNvSpPr>
            <a:spLocks noGrp="1"/>
          </p:cNvSpPr>
          <p:nvPr>
            <p:ph type="sldNum" sz="quarter" idx="12"/>
          </p:nvPr>
        </p:nvSpPr>
        <p:spPr/>
        <p:txBody>
          <a:bodyPr/>
          <a:lstStyle/>
          <a:p>
            <a:fld id="{E2F3A64C-609C-48B6-9CAA-BCE24423DEF8}" type="slidenum">
              <a:rPr lang="en-US" smtClean="0"/>
              <a:t>‹#›</a:t>
            </a:fld>
            <a:endParaRPr lang="en-US"/>
          </a:p>
        </p:txBody>
      </p:sp>
    </p:spTree>
    <p:extLst>
      <p:ext uri="{BB962C8B-B14F-4D97-AF65-F5344CB8AC3E}">
        <p14:creationId xmlns:p14="http://schemas.microsoft.com/office/powerpoint/2010/main" val="156116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1608B-3128-5E8A-C222-23D3B2641B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F702C06-BA68-98FA-05F1-4FDC1FB417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3B4D1A9-E04C-130D-8A65-659AB90507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667E93-1888-CB83-D7D0-8110B8C3B5BA}"/>
              </a:ext>
            </a:extLst>
          </p:cNvPr>
          <p:cNvSpPr>
            <a:spLocks noGrp="1"/>
          </p:cNvSpPr>
          <p:nvPr>
            <p:ph type="dt" sz="half" idx="10"/>
          </p:nvPr>
        </p:nvSpPr>
        <p:spPr/>
        <p:txBody>
          <a:bodyPr/>
          <a:lstStyle/>
          <a:p>
            <a:fld id="{CF471379-E6A1-46BD-9490-8CD26B5A761C}" type="datetimeFigureOut">
              <a:rPr lang="en-US" smtClean="0"/>
              <a:t>1/9/2026</a:t>
            </a:fld>
            <a:endParaRPr lang="en-US"/>
          </a:p>
        </p:txBody>
      </p:sp>
      <p:sp>
        <p:nvSpPr>
          <p:cNvPr id="6" name="Footer Placeholder 5">
            <a:extLst>
              <a:ext uri="{FF2B5EF4-FFF2-40B4-BE49-F238E27FC236}">
                <a16:creationId xmlns:a16="http://schemas.microsoft.com/office/drawing/2014/main" id="{D5FDAD02-A125-2FCD-FB67-2379C97683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BA441B-5558-DD70-71BD-8F8E57691EE4}"/>
              </a:ext>
            </a:extLst>
          </p:cNvPr>
          <p:cNvSpPr>
            <a:spLocks noGrp="1"/>
          </p:cNvSpPr>
          <p:nvPr>
            <p:ph type="sldNum" sz="quarter" idx="12"/>
          </p:nvPr>
        </p:nvSpPr>
        <p:spPr/>
        <p:txBody>
          <a:bodyPr/>
          <a:lstStyle/>
          <a:p>
            <a:fld id="{E2F3A64C-609C-48B6-9CAA-BCE24423DEF8}" type="slidenum">
              <a:rPr lang="en-US" smtClean="0"/>
              <a:t>‹#›</a:t>
            </a:fld>
            <a:endParaRPr lang="en-US"/>
          </a:p>
        </p:txBody>
      </p:sp>
    </p:spTree>
    <p:extLst>
      <p:ext uri="{BB962C8B-B14F-4D97-AF65-F5344CB8AC3E}">
        <p14:creationId xmlns:p14="http://schemas.microsoft.com/office/powerpoint/2010/main" val="3732534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9416A-55F2-8398-BC88-8AEEFC35FC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28EDBD1-F7BA-89F1-EE7D-E77112C166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E081EC9-F88D-604B-C0D1-F74E845945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42F765-FD7C-3E27-A0E1-9FBDC946271F}"/>
              </a:ext>
            </a:extLst>
          </p:cNvPr>
          <p:cNvSpPr>
            <a:spLocks noGrp="1"/>
          </p:cNvSpPr>
          <p:nvPr>
            <p:ph type="dt" sz="half" idx="10"/>
          </p:nvPr>
        </p:nvSpPr>
        <p:spPr/>
        <p:txBody>
          <a:bodyPr/>
          <a:lstStyle/>
          <a:p>
            <a:fld id="{CF471379-E6A1-46BD-9490-8CD26B5A761C}" type="datetimeFigureOut">
              <a:rPr lang="en-US" smtClean="0"/>
              <a:t>1/9/2026</a:t>
            </a:fld>
            <a:endParaRPr lang="en-US"/>
          </a:p>
        </p:txBody>
      </p:sp>
      <p:sp>
        <p:nvSpPr>
          <p:cNvPr id="6" name="Footer Placeholder 5">
            <a:extLst>
              <a:ext uri="{FF2B5EF4-FFF2-40B4-BE49-F238E27FC236}">
                <a16:creationId xmlns:a16="http://schemas.microsoft.com/office/drawing/2014/main" id="{32508B53-7A79-D6F8-425D-9F25057E0C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F5D3C2-9F19-3738-0DD3-7B711560EC13}"/>
              </a:ext>
            </a:extLst>
          </p:cNvPr>
          <p:cNvSpPr>
            <a:spLocks noGrp="1"/>
          </p:cNvSpPr>
          <p:nvPr>
            <p:ph type="sldNum" sz="quarter" idx="12"/>
          </p:nvPr>
        </p:nvSpPr>
        <p:spPr/>
        <p:txBody>
          <a:bodyPr/>
          <a:lstStyle/>
          <a:p>
            <a:fld id="{E2F3A64C-609C-48B6-9CAA-BCE24423DEF8}" type="slidenum">
              <a:rPr lang="en-US" smtClean="0"/>
              <a:t>‹#›</a:t>
            </a:fld>
            <a:endParaRPr lang="en-US"/>
          </a:p>
        </p:txBody>
      </p:sp>
    </p:spTree>
    <p:extLst>
      <p:ext uri="{BB962C8B-B14F-4D97-AF65-F5344CB8AC3E}">
        <p14:creationId xmlns:p14="http://schemas.microsoft.com/office/powerpoint/2010/main" val="1841019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135C1-B2D6-D250-A3BC-916B34D48B0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390557-B0CD-25ED-E0DF-BA8399D0E6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9E9BC0-CDDD-5971-12FB-641AC3875BC1}"/>
              </a:ext>
            </a:extLst>
          </p:cNvPr>
          <p:cNvSpPr>
            <a:spLocks noGrp="1"/>
          </p:cNvSpPr>
          <p:nvPr>
            <p:ph type="dt" sz="half" idx="10"/>
          </p:nvPr>
        </p:nvSpPr>
        <p:spPr/>
        <p:txBody>
          <a:bodyPr/>
          <a:lstStyle/>
          <a:p>
            <a:fld id="{CF471379-E6A1-46BD-9490-8CD26B5A761C}" type="datetimeFigureOut">
              <a:rPr lang="en-US" smtClean="0"/>
              <a:t>1/9/2026</a:t>
            </a:fld>
            <a:endParaRPr lang="en-US"/>
          </a:p>
        </p:txBody>
      </p:sp>
      <p:sp>
        <p:nvSpPr>
          <p:cNvPr id="5" name="Footer Placeholder 4">
            <a:extLst>
              <a:ext uri="{FF2B5EF4-FFF2-40B4-BE49-F238E27FC236}">
                <a16:creationId xmlns:a16="http://schemas.microsoft.com/office/drawing/2014/main" id="{5D11B1EB-6631-A334-4121-4145ABBAE0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3C699C-5C99-CC10-2D4B-3B73587FA674}"/>
              </a:ext>
            </a:extLst>
          </p:cNvPr>
          <p:cNvSpPr>
            <a:spLocks noGrp="1"/>
          </p:cNvSpPr>
          <p:nvPr>
            <p:ph type="sldNum" sz="quarter" idx="12"/>
          </p:nvPr>
        </p:nvSpPr>
        <p:spPr/>
        <p:txBody>
          <a:bodyPr/>
          <a:lstStyle/>
          <a:p>
            <a:fld id="{E2F3A64C-609C-48B6-9CAA-BCE24423DEF8}" type="slidenum">
              <a:rPr lang="en-US" smtClean="0"/>
              <a:t>‹#›</a:t>
            </a:fld>
            <a:endParaRPr lang="en-US"/>
          </a:p>
        </p:txBody>
      </p:sp>
    </p:spTree>
    <p:extLst>
      <p:ext uri="{BB962C8B-B14F-4D97-AF65-F5344CB8AC3E}">
        <p14:creationId xmlns:p14="http://schemas.microsoft.com/office/powerpoint/2010/main" val="2328814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C935B3-0215-6567-D112-BFCC7415419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F964C67-8C6E-9911-7EE8-04360EAFB3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2EC174-3B99-8C21-EEC6-1DC80BBCFB8B}"/>
              </a:ext>
            </a:extLst>
          </p:cNvPr>
          <p:cNvSpPr>
            <a:spLocks noGrp="1"/>
          </p:cNvSpPr>
          <p:nvPr>
            <p:ph type="dt" sz="half" idx="10"/>
          </p:nvPr>
        </p:nvSpPr>
        <p:spPr/>
        <p:txBody>
          <a:bodyPr/>
          <a:lstStyle/>
          <a:p>
            <a:fld id="{CF471379-E6A1-46BD-9490-8CD26B5A761C}" type="datetimeFigureOut">
              <a:rPr lang="en-US" smtClean="0"/>
              <a:t>1/9/2026</a:t>
            </a:fld>
            <a:endParaRPr lang="en-US"/>
          </a:p>
        </p:txBody>
      </p:sp>
      <p:sp>
        <p:nvSpPr>
          <p:cNvPr id="5" name="Footer Placeholder 4">
            <a:extLst>
              <a:ext uri="{FF2B5EF4-FFF2-40B4-BE49-F238E27FC236}">
                <a16:creationId xmlns:a16="http://schemas.microsoft.com/office/drawing/2014/main" id="{B8BFB7F4-5FCE-30CE-98BC-9231EAFF40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41F3B2-1E35-3AE4-62F7-2D9479035460}"/>
              </a:ext>
            </a:extLst>
          </p:cNvPr>
          <p:cNvSpPr>
            <a:spLocks noGrp="1"/>
          </p:cNvSpPr>
          <p:nvPr>
            <p:ph type="sldNum" sz="quarter" idx="12"/>
          </p:nvPr>
        </p:nvSpPr>
        <p:spPr/>
        <p:txBody>
          <a:bodyPr/>
          <a:lstStyle/>
          <a:p>
            <a:fld id="{E2F3A64C-609C-48B6-9CAA-BCE24423DEF8}" type="slidenum">
              <a:rPr lang="en-US" smtClean="0"/>
              <a:t>‹#›</a:t>
            </a:fld>
            <a:endParaRPr lang="en-US"/>
          </a:p>
        </p:txBody>
      </p:sp>
    </p:spTree>
    <p:extLst>
      <p:ext uri="{BB962C8B-B14F-4D97-AF65-F5344CB8AC3E}">
        <p14:creationId xmlns:p14="http://schemas.microsoft.com/office/powerpoint/2010/main" val="2433731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3D0CBE-B654-4E58-AC47-0CD8FBC2CE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AFFF0A-CE5C-1594-1604-DF5F815E28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D2AA13-13E1-96F9-A019-52AD56898D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F471379-E6A1-46BD-9490-8CD26B5A761C}" type="datetimeFigureOut">
              <a:rPr lang="en-US" smtClean="0"/>
              <a:t>1/9/2026</a:t>
            </a:fld>
            <a:endParaRPr lang="en-US"/>
          </a:p>
        </p:txBody>
      </p:sp>
      <p:sp>
        <p:nvSpPr>
          <p:cNvPr id="5" name="Footer Placeholder 4">
            <a:extLst>
              <a:ext uri="{FF2B5EF4-FFF2-40B4-BE49-F238E27FC236}">
                <a16:creationId xmlns:a16="http://schemas.microsoft.com/office/drawing/2014/main" id="{A5912C84-3635-1107-A965-6637D882F4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4B8F775-D84D-3877-C717-7D5CE7369B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2F3A64C-609C-48B6-9CAA-BCE24423DEF8}" type="slidenum">
              <a:rPr lang="en-US" smtClean="0"/>
              <a:t>‹#›</a:t>
            </a:fld>
            <a:endParaRPr lang="en-US"/>
          </a:p>
        </p:txBody>
      </p:sp>
    </p:spTree>
    <p:extLst>
      <p:ext uri="{BB962C8B-B14F-4D97-AF65-F5344CB8AC3E}">
        <p14:creationId xmlns:p14="http://schemas.microsoft.com/office/powerpoint/2010/main" val="27690445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hyperlink" Target="https://www.media.mit.edu/projects/your-brain-on-chatgpt/overview/" TargetMode="Externa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5.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7" name="Rectangle 3086">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569593-D5D3-3FE9-B7C7-BBD2685A1878}"/>
              </a:ext>
            </a:extLst>
          </p:cNvPr>
          <p:cNvSpPr>
            <a:spLocks noGrp="1"/>
          </p:cNvSpPr>
          <p:nvPr>
            <p:ph type="ctrTitle"/>
          </p:nvPr>
        </p:nvSpPr>
        <p:spPr>
          <a:xfrm>
            <a:off x="643468" y="643467"/>
            <a:ext cx="4620584" cy="4567137"/>
          </a:xfrm>
        </p:spPr>
        <p:txBody>
          <a:bodyPr vert="horz" lIns="91440" tIns="45720" rIns="91440" bIns="45720" rtlCol="0" anchor="b">
            <a:normAutofit/>
          </a:bodyPr>
          <a:lstStyle/>
          <a:p>
            <a:pPr algn="l"/>
            <a:r>
              <a:rPr lang="en-US" sz="4400" dirty="0"/>
              <a:t>Should Municipalities Rely on AI for B1 Communication?</a:t>
            </a:r>
          </a:p>
        </p:txBody>
      </p:sp>
      <p:sp>
        <p:nvSpPr>
          <p:cNvPr id="3" name="Subtitle 2">
            <a:extLst>
              <a:ext uri="{FF2B5EF4-FFF2-40B4-BE49-F238E27FC236}">
                <a16:creationId xmlns:a16="http://schemas.microsoft.com/office/drawing/2014/main" id="{6013B288-A723-DDA4-D8FE-9AF70FCFFB13}"/>
              </a:ext>
            </a:extLst>
          </p:cNvPr>
          <p:cNvSpPr>
            <a:spLocks noGrp="1"/>
          </p:cNvSpPr>
          <p:nvPr>
            <p:ph type="subTitle" idx="1"/>
          </p:nvPr>
        </p:nvSpPr>
        <p:spPr>
          <a:xfrm>
            <a:off x="643467" y="5277684"/>
            <a:ext cx="4620584" cy="775494"/>
          </a:xfrm>
        </p:spPr>
        <p:txBody>
          <a:bodyPr vert="horz" lIns="91440" tIns="45720" rIns="91440" bIns="45720" rtlCol="0">
            <a:normAutofit/>
          </a:bodyPr>
          <a:lstStyle/>
          <a:p>
            <a:pPr algn="l"/>
            <a:r>
              <a:rPr lang="en-US"/>
              <a:t>Position paper for AI use for municipal communication</a:t>
            </a:r>
          </a:p>
        </p:txBody>
      </p:sp>
      <p:pic>
        <p:nvPicPr>
          <p:cNvPr id="3074" name="Picture 2" descr="Realistic Information Network PowerPoint Background | Stable Diffusion  Online">
            <a:extLst>
              <a:ext uri="{FF2B5EF4-FFF2-40B4-BE49-F238E27FC236}">
                <a16:creationId xmlns:a16="http://schemas.microsoft.com/office/drawing/2014/main" id="{A0BA833F-75F3-3A9E-4152-6AC71A2D7B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1792" r="18649" b="-1"/>
          <a:stretch>
            <a:fillRect/>
          </a:stretch>
        </p:blipFill>
        <p:spPr bwMode="auto">
          <a:xfrm>
            <a:off x="6229215" y="9"/>
            <a:ext cx="6266014" cy="7206743"/>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3306834-BBF0-7A1B-485D-4E7DDBEBF775}"/>
              </a:ext>
            </a:extLst>
          </p:cNvPr>
          <p:cNvSpPr txBox="1"/>
          <p:nvPr/>
        </p:nvSpPr>
        <p:spPr>
          <a:xfrm>
            <a:off x="8920767" y="5847254"/>
            <a:ext cx="2683100" cy="369332"/>
          </a:xfrm>
          <a:prstGeom prst="rect">
            <a:avLst/>
          </a:prstGeom>
          <a:noFill/>
        </p:spPr>
        <p:txBody>
          <a:bodyPr wrap="square" rtlCol="0">
            <a:spAutoFit/>
          </a:bodyPr>
          <a:lstStyle/>
          <a:p>
            <a:pPr>
              <a:spcAft>
                <a:spcPts val="600"/>
              </a:spcAft>
            </a:pPr>
            <a:r>
              <a:rPr lang="en-US" dirty="0">
                <a:solidFill>
                  <a:schemeClr val="bg1"/>
                </a:solidFill>
              </a:rPr>
              <a:t>By: Frank van der Velde</a:t>
            </a:r>
          </a:p>
        </p:txBody>
      </p:sp>
    </p:spTree>
    <p:extLst>
      <p:ext uri="{BB962C8B-B14F-4D97-AF65-F5344CB8AC3E}">
        <p14:creationId xmlns:p14="http://schemas.microsoft.com/office/powerpoint/2010/main" val="13774445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9" name="Group 18">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20" name="Freeform: Shape 19">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49CA3A73-7FE2-D6F4-8EDB-5A4F998D3388}"/>
              </a:ext>
            </a:extLst>
          </p:cNvPr>
          <p:cNvSpPr>
            <a:spLocks noGrp="1"/>
          </p:cNvSpPr>
          <p:nvPr>
            <p:ph type="title"/>
          </p:nvPr>
        </p:nvSpPr>
        <p:spPr>
          <a:xfrm>
            <a:off x="640080" y="1243013"/>
            <a:ext cx="3855720" cy="4371974"/>
          </a:xfrm>
        </p:spPr>
        <p:txBody>
          <a:bodyPr>
            <a:normAutofit/>
          </a:bodyPr>
          <a:lstStyle/>
          <a:p>
            <a:r>
              <a:rPr lang="en-US" sz="3600">
                <a:solidFill>
                  <a:schemeClr val="tx2"/>
                </a:solidFill>
              </a:rPr>
              <a:t>Table of contents</a:t>
            </a:r>
          </a:p>
        </p:txBody>
      </p:sp>
      <p:sp>
        <p:nvSpPr>
          <p:cNvPr id="3" name="Content Placeholder 2">
            <a:extLst>
              <a:ext uri="{FF2B5EF4-FFF2-40B4-BE49-F238E27FC236}">
                <a16:creationId xmlns:a16="http://schemas.microsoft.com/office/drawing/2014/main" id="{8C7AD115-0A6B-A7F1-82C1-957C11086B82}"/>
              </a:ext>
            </a:extLst>
          </p:cNvPr>
          <p:cNvSpPr>
            <a:spLocks noGrp="1"/>
          </p:cNvSpPr>
          <p:nvPr>
            <p:ph idx="1"/>
          </p:nvPr>
        </p:nvSpPr>
        <p:spPr>
          <a:xfrm>
            <a:off x="6172200" y="804672"/>
            <a:ext cx="5590936" cy="5230368"/>
          </a:xfrm>
        </p:spPr>
        <p:txBody>
          <a:bodyPr anchor="ctr">
            <a:normAutofit/>
          </a:bodyPr>
          <a:lstStyle/>
          <a:p>
            <a:r>
              <a:rPr lang="en-US" sz="1800" dirty="0">
                <a:solidFill>
                  <a:schemeClr val="tx2"/>
                </a:solidFill>
              </a:rPr>
              <a:t>Background</a:t>
            </a:r>
          </a:p>
          <a:p>
            <a:r>
              <a:rPr lang="en-US" sz="1800" dirty="0">
                <a:solidFill>
                  <a:schemeClr val="tx2"/>
                </a:solidFill>
              </a:rPr>
              <a:t>Why AI looks attractive</a:t>
            </a:r>
          </a:p>
          <a:p>
            <a:r>
              <a:rPr lang="en-US" sz="1800" dirty="0">
                <a:solidFill>
                  <a:schemeClr val="tx2"/>
                </a:solidFill>
              </a:rPr>
              <a:t>Pain points in solution</a:t>
            </a:r>
          </a:p>
          <a:p>
            <a:r>
              <a:rPr lang="en-US" sz="1800" dirty="0">
                <a:solidFill>
                  <a:schemeClr val="tx2"/>
                </a:solidFill>
              </a:rPr>
              <a:t>The biggest risks</a:t>
            </a:r>
          </a:p>
          <a:p>
            <a:r>
              <a:rPr lang="en-US" sz="1800" dirty="0">
                <a:solidFill>
                  <a:schemeClr val="tx2"/>
                </a:solidFill>
              </a:rPr>
              <a:t>Preexisting language difficulties in the Netherlands</a:t>
            </a:r>
          </a:p>
          <a:p>
            <a:r>
              <a:rPr lang="en-US" sz="1800" dirty="0">
                <a:solidFill>
                  <a:schemeClr val="tx2"/>
                </a:solidFill>
              </a:rPr>
              <a:t>The central positions</a:t>
            </a:r>
          </a:p>
          <a:p>
            <a:r>
              <a:rPr lang="en-US" sz="1800" dirty="0">
                <a:solidFill>
                  <a:schemeClr val="tx2"/>
                </a:solidFill>
              </a:rPr>
              <a:t>My position</a:t>
            </a:r>
          </a:p>
          <a:p>
            <a:r>
              <a:rPr lang="en-US" sz="1800" dirty="0">
                <a:solidFill>
                  <a:schemeClr val="tx2"/>
                </a:solidFill>
              </a:rPr>
              <a:t>Thoughts &amp; Questions</a:t>
            </a:r>
          </a:p>
        </p:txBody>
      </p:sp>
    </p:spTree>
    <p:extLst>
      <p:ext uri="{BB962C8B-B14F-4D97-AF65-F5344CB8AC3E}">
        <p14:creationId xmlns:p14="http://schemas.microsoft.com/office/powerpoint/2010/main" val="286610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767B10A1-D164-7E67-BA30-D9881B7CEC78}"/>
              </a:ext>
            </a:extLst>
          </p:cNvPr>
          <p:cNvSpPr>
            <a:spLocks noGrp="1"/>
          </p:cNvSpPr>
          <p:nvPr>
            <p:ph type="title"/>
          </p:nvPr>
        </p:nvSpPr>
        <p:spPr>
          <a:xfrm>
            <a:off x="479394" y="1070800"/>
            <a:ext cx="3939688" cy="5583126"/>
          </a:xfrm>
        </p:spPr>
        <p:txBody>
          <a:bodyPr>
            <a:normAutofit/>
          </a:bodyPr>
          <a:lstStyle/>
          <a:p>
            <a:pPr algn="r"/>
            <a:r>
              <a:rPr lang="en-US" sz="5600"/>
              <a:t>Background</a:t>
            </a:r>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B75D314B-0B2E-A872-7B9A-335ABCFB57B5}"/>
              </a:ext>
            </a:extLst>
          </p:cNvPr>
          <p:cNvGraphicFramePr>
            <a:graphicFrameLocks noGrp="1"/>
          </p:cNvGraphicFramePr>
          <p:nvPr>
            <p:ph idx="1"/>
            <p:extLst>
              <p:ext uri="{D42A27DB-BD31-4B8C-83A1-F6EECF244321}">
                <p14:modId xmlns:p14="http://schemas.microsoft.com/office/powerpoint/2010/main" val="1572210776"/>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81369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BDB007-C034-7770-BAA5-888F3E158968}"/>
              </a:ext>
            </a:extLst>
          </p:cNvPr>
          <p:cNvSpPr>
            <a:spLocks noGrp="1"/>
          </p:cNvSpPr>
          <p:nvPr>
            <p:ph type="title"/>
          </p:nvPr>
        </p:nvSpPr>
        <p:spPr>
          <a:xfrm>
            <a:off x="838200" y="557188"/>
            <a:ext cx="10515600" cy="1133499"/>
          </a:xfrm>
        </p:spPr>
        <p:txBody>
          <a:bodyPr>
            <a:normAutofit/>
          </a:bodyPr>
          <a:lstStyle/>
          <a:p>
            <a:pPr algn="ctr"/>
            <a:r>
              <a:rPr lang="en-GB" sz="5200" dirty="0"/>
              <a:t>Why AI </a:t>
            </a:r>
            <a:r>
              <a:rPr lang="en-GB" sz="5200"/>
              <a:t>looks attractive</a:t>
            </a:r>
            <a:endParaRPr lang="en-US" sz="5200" dirty="0"/>
          </a:p>
        </p:txBody>
      </p:sp>
      <p:graphicFrame>
        <p:nvGraphicFramePr>
          <p:cNvPr id="5" name="Content Placeholder 2">
            <a:extLst>
              <a:ext uri="{FF2B5EF4-FFF2-40B4-BE49-F238E27FC236}">
                <a16:creationId xmlns:a16="http://schemas.microsoft.com/office/drawing/2014/main" id="{D7BAD209-2D37-9774-AB8B-A51F87C3CBD3}"/>
              </a:ext>
            </a:extLst>
          </p:cNvPr>
          <p:cNvGraphicFramePr>
            <a:graphicFrameLocks noGrp="1"/>
          </p:cNvGraphicFramePr>
          <p:nvPr>
            <p:ph idx="1"/>
            <p:extLst>
              <p:ext uri="{D42A27DB-BD31-4B8C-83A1-F6EECF244321}">
                <p14:modId xmlns:p14="http://schemas.microsoft.com/office/powerpoint/2010/main" val="2018236026"/>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61111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C52CE-0E3B-E437-6BC1-634235546550}"/>
              </a:ext>
            </a:extLst>
          </p:cNvPr>
          <p:cNvSpPr>
            <a:spLocks noGrp="1"/>
          </p:cNvSpPr>
          <p:nvPr>
            <p:ph type="title"/>
          </p:nvPr>
        </p:nvSpPr>
        <p:spPr/>
        <p:txBody>
          <a:bodyPr/>
          <a:lstStyle/>
          <a:p>
            <a:r>
              <a:rPr lang="en-US" dirty="0"/>
              <a:t>Pain points in solution</a:t>
            </a:r>
          </a:p>
        </p:txBody>
      </p:sp>
      <p:graphicFrame>
        <p:nvGraphicFramePr>
          <p:cNvPr id="5" name="Content Placeholder 2">
            <a:extLst>
              <a:ext uri="{FF2B5EF4-FFF2-40B4-BE49-F238E27FC236}">
                <a16:creationId xmlns:a16="http://schemas.microsoft.com/office/drawing/2014/main" id="{C4894AB7-B51E-2F41-691F-E0AC21FB3564}"/>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73894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41C64FDE-59A9-AD9E-A575-7811DB3DC5FB}"/>
              </a:ext>
            </a:extLst>
          </p:cNvPr>
          <p:cNvSpPr>
            <a:spLocks noGrp="1"/>
          </p:cNvSpPr>
          <p:nvPr>
            <p:ph type="title"/>
          </p:nvPr>
        </p:nvSpPr>
        <p:spPr>
          <a:xfrm>
            <a:off x="640080" y="1243013"/>
            <a:ext cx="3855720" cy="4371974"/>
          </a:xfrm>
        </p:spPr>
        <p:txBody>
          <a:bodyPr>
            <a:normAutofit/>
          </a:bodyPr>
          <a:lstStyle/>
          <a:p>
            <a:r>
              <a:rPr lang="en-US" sz="3600">
                <a:solidFill>
                  <a:schemeClr val="tx2"/>
                </a:solidFill>
              </a:rPr>
              <a:t>Preexisting language difficulties in the Netherlands</a:t>
            </a:r>
          </a:p>
        </p:txBody>
      </p:sp>
      <p:sp>
        <p:nvSpPr>
          <p:cNvPr id="3" name="Content Placeholder 2">
            <a:extLst>
              <a:ext uri="{FF2B5EF4-FFF2-40B4-BE49-F238E27FC236}">
                <a16:creationId xmlns:a16="http://schemas.microsoft.com/office/drawing/2014/main" id="{19DB78EB-AB32-DD3D-2888-433CC6CF78D0}"/>
              </a:ext>
            </a:extLst>
          </p:cNvPr>
          <p:cNvSpPr>
            <a:spLocks noGrp="1"/>
          </p:cNvSpPr>
          <p:nvPr>
            <p:ph idx="1"/>
          </p:nvPr>
        </p:nvSpPr>
        <p:spPr>
          <a:xfrm>
            <a:off x="6172200" y="804672"/>
            <a:ext cx="5221224" cy="5230368"/>
          </a:xfrm>
        </p:spPr>
        <p:txBody>
          <a:bodyPr anchor="ctr">
            <a:normAutofit/>
          </a:bodyPr>
          <a:lstStyle/>
          <a:p>
            <a:r>
              <a:rPr lang="en-US" sz="1800" dirty="0">
                <a:solidFill>
                  <a:schemeClr val="tx2"/>
                </a:solidFill>
              </a:rPr>
              <a:t>Dutch skill is declining overall</a:t>
            </a:r>
          </a:p>
          <a:p>
            <a:pPr lvl="1"/>
            <a:r>
              <a:rPr lang="en-US" sz="1800" dirty="0">
                <a:solidFill>
                  <a:schemeClr val="tx2"/>
                </a:solidFill>
              </a:rPr>
              <a:t>Especially students are falling below baseline proficiency</a:t>
            </a:r>
          </a:p>
          <a:p>
            <a:pPr lvl="1"/>
            <a:r>
              <a:rPr lang="en-US" sz="1800" dirty="0">
                <a:solidFill>
                  <a:schemeClr val="tx2"/>
                </a:solidFill>
              </a:rPr>
              <a:t>Counter measures have not been successful yet</a:t>
            </a:r>
          </a:p>
          <a:p>
            <a:r>
              <a:rPr lang="en-US" sz="1800" dirty="0">
                <a:solidFill>
                  <a:schemeClr val="tx2"/>
                </a:solidFill>
              </a:rPr>
              <a:t>Reading and writing skills are declining globally</a:t>
            </a:r>
          </a:p>
          <a:p>
            <a:r>
              <a:rPr lang="en-US" sz="1800" dirty="0">
                <a:solidFill>
                  <a:schemeClr val="tx2"/>
                </a:solidFill>
              </a:rPr>
              <a:t>Strong English proficiency puts extra pressure on Dutch skill</a:t>
            </a:r>
          </a:p>
          <a:p>
            <a:pPr lvl="1"/>
            <a:r>
              <a:rPr lang="en-US" sz="1800" dirty="0">
                <a:solidFill>
                  <a:schemeClr val="tx2"/>
                </a:solidFill>
              </a:rPr>
              <a:t>Similarity to Philippines &amp; Singapore</a:t>
            </a:r>
          </a:p>
          <a:p>
            <a:pPr lvl="1"/>
            <a:endParaRPr lang="en-US" sz="1800" dirty="0">
              <a:solidFill>
                <a:schemeClr val="tx2"/>
              </a:solidFill>
            </a:endParaRPr>
          </a:p>
          <a:p>
            <a:endParaRPr lang="en-US" sz="1800" dirty="0">
              <a:solidFill>
                <a:schemeClr val="tx2"/>
              </a:solidFill>
            </a:endParaRPr>
          </a:p>
        </p:txBody>
      </p:sp>
    </p:spTree>
    <p:extLst>
      <p:ext uri="{BB962C8B-B14F-4D97-AF65-F5344CB8AC3E}">
        <p14:creationId xmlns:p14="http://schemas.microsoft.com/office/powerpoint/2010/main" val="966612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62C7BC-83C8-A13D-1DC3-A6620ECF2FDB}"/>
              </a:ext>
            </a:extLst>
          </p:cNvPr>
          <p:cNvSpPr>
            <a:spLocks noGrp="1"/>
          </p:cNvSpPr>
          <p:nvPr>
            <p:ph type="title"/>
          </p:nvPr>
        </p:nvSpPr>
        <p:spPr>
          <a:xfrm>
            <a:off x="838200" y="556995"/>
            <a:ext cx="10515600" cy="1133693"/>
          </a:xfrm>
        </p:spPr>
        <p:txBody>
          <a:bodyPr>
            <a:normAutofit/>
          </a:bodyPr>
          <a:lstStyle/>
          <a:p>
            <a:r>
              <a:rPr lang="en-US" sz="5200"/>
              <a:t>The biggest risks</a:t>
            </a:r>
          </a:p>
        </p:txBody>
      </p:sp>
      <p:graphicFrame>
        <p:nvGraphicFramePr>
          <p:cNvPr id="5" name="Content Placeholder 2">
            <a:extLst>
              <a:ext uri="{FF2B5EF4-FFF2-40B4-BE49-F238E27FC236}">
                <a16:creationId xmlns:a16="http://schemas.microsoft.com/office/drawing/2014/main" id="{01164471-01F4-DEEF-C433-0743B84EE8B7}"/>
              </a:ext>
            </a:extLst>
          </p:cNvPr>
          <p:cNvGraphicFramePr>
            <a:graphicFrameLocks noGrp="1"/>
          </p:cNvGraphicFramePr>
          <p:nvPr>
            <p:ph idx="1"/>
            <p:extLst>
              <p:ext uri="{D42A27DB-BD31-4B8C-83A1-F6EECF244321}">
                <p14:modId xmlns:p14="http://schemas.microsoft.com/office/powerpoint/2010/main" val="286995199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21060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07763-26FE-BD62-771A-FCC888758300}"/>
              </a:ext>
            </a:extLst>
          </p:cNvPr>
          <p:cNvSpPr>
            <a:spLocks noGrp="1"/>
          </p:cNvSpPr>
          <p:nvPr>
            <p:ph type="title"/>
          </p:nvPr>
        </p:nvSpPr>
        <p:spPr/>
        <p:txBody>
          <a:bodyPr/>
          <a:lstStyle/>
          <a:p>
            <a:r>
              <a:rPr lang="en-US" dirty="0"/>
              <a:t>AI’s role in shaping language</a:t>
            </a:r>
          </a:p>
        </p:txBody>
      </p:sp>
      <p:graphicFrame>
        <p:nvGraphicFramePr>
          <p:cNvPr id="9" name="Content Placeholder 2">
            <a:extLst>
              <a:ext uri="{FF2B5EF4-FFF2-40B4-BE49-F238E27FC236}">
                <a16:creationId xmlns:a16="http://schemas.microsoft.com/office/drawing/2014/main" id="{3E630051-3AF3-45E8-7D0F-3E49C86FD5BC}"/>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0A2C8D60-FF25-545A-CB9F-0E3F8E1B9FD3}"/>
              </a:ext>
            </a:extLst>
          </p:cNvPr>
          <p:cNvSpPr txBox="1"/>
          <p:nvPr/>
        </p:nvSpPr>
        <p:spPr>
          <a:xfrm>
            <a:off x="7680101" y="6176963"/>
            <a:ext cx="4095482" cy="369332"/>
          </a:xfrm>
          <a:prstGeom prst="rect">
            <a:avLst/>
          </a:prstGeom>
          <a:noFill/>
        </p:spPr>
        <p:txBody>
          <a:bodyPr wrap="square">
            <a:spAutoFit/>
          </a:bodyPr>
          <a:lstStyle/>
          <a:p>
            <a:r>
              <a:rPr lang="en-GB" dirty="0">
                <a:hlinkClick r:id="rId7"/>
              </a:rPr>
              <a:t>Source: Your brain on </a:t>
            </a:r>
            <a:r>
              <a:rPr lang="en-GB" dirty="0" err="1">
                <a:hlinkClick r:id="rId7"/>
              </a:rPr>
              <a:t>chatgpt</a:t>
            </a:r>
            <a:r>
              <a:rPr lang="en-GB" dirty="0">
                <a:hlinkClick r:id="rId7"/>
              </a:rPr>
              <a:t> MIT study</a:t>
            </a:r>
            <a:r>
              <a:rPr lang="en-US" dirty="0"/>
              <a:t>  </a:t>
            </a:r>
          </a:p>
        </p:txBody>
      </p:sp>
    </p:spTree>
    <p:extLst>
      <p:ext uri="{BB962C8B-B14F-4D97-AF65-F5344CB8AC3E}">
        <p14:creationId xmlns:p14="http://schemas.microsoft.com/office/powerpoint/2010/main" val="17547698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CF8008-FC20-A135-D189-46D4E5834C66}"/>
              </a:ext>
            </a:extLst>
          </p:cNvPr>
          <p:cNvSpPr>
            <a:spLocks noGrp="1"/>
          </p:cNvSpPr>
          <p:nvPr>
            <p:ph type="title"/>
          </p:nvPr>
        </p:nvSpPr>
        <p:spPr>
          <a:xfrm>
            <a:off x="804672" y="802955"/>
            <a:ext cx="4977976" cy="1454051"/>
          </a:xfrm>
        </p:spPr>
        <p:txBody>
          <a:bodyPr>
            <a:normAutofit/>
          </a:bodyPr>
          <a:lstStyle/>
          <a:p>
            <a:r>
              <a:rPr lang="en-US" sz="3600">
                <a:solidFill>
                  <a:schemeClr val="tx2"/>
                </a:solidFill>
              </a:rPr>
              <a:t>The central positions</a:t>
            </a:r>
          </a:p>
        </p:txBody>
      </p:sp>
      <p:sp>
        <p:nvSpPr>
          <p:cNvPr id="3" name="Content Placeholder 2">
            <a:extLst>
              <a:ext uri="{FF2B5EF4-FFF2-40B4-BE49-F238E27FC236}">
                <a16:creationId xmlns:a16="http://schemas.microsoft.com/office/drawing/2014/main" id="{4620B2B7-005D-384B-7402-2148D821363A}"/>
              </a:ext>
            </a:extLst>
          </p:cNvPr>
          <p:cNvSpPr>
            <a:spLocks noGrp="1"/>
          </p:cNvSpPr>
          <p:nvPr>
            <p:ph idx="1"/>
          </p:nvPr>
        </p:nvSpPr>
        <p:spPr>
          <a:xfrm>
            <a:off x="804672" y="2421682"/>
            <a:ext cx="4977578" cy="3639289"/>
          </a:xfrm>
        </p:spPr>
        <p:txBody>
          <a:bodyPr anchor="ctr">
            <a:normAutofit/>
          </a:bodyPr>
          <a:lstStyle/>
          <a:p>
            <a:r>
              <a:rPr lang="en-US" sz="1800" dirty="0">
                <a:solidFill>
                  <a:schemeClr val="tx2"/>
                </a:solidFill>
              </a:rPr>
              <a:t>Complete leveraging of AI</a:t>
            </a:r>
          </a:p>
          <a:p>
            <a:r>
              <a:rPr lang="en-US" sz="1800" dirty="0">
                <a:solidFill>
                  <a:schemeClr val="tx2"/>
                </a:solidFill>
              </a:rPr>
              <a:t>Complete rejection of AI use</a:t>
            </a:r>
          </a:p>
          <a:p>
            <a:r>
              <a:rPr lang="en-US" sz="1800" dirty="0">
                <a:solidFill>
                  <a:schemeClr val="tx2"/>
                </a:solidFill>
              </a:rPr>
              <a:t>Conditional and very conservative use</a:t>
            </a:r>
          </a:p>
        </p:txBody>
      </p:sp>
      <p:grpSp>
        <p:nvGrpSpPr>
          <p:cNvPr id="14" name="Group 1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Head with Gears">
            <a:extLst>
              <a:ext uri="{FF2B5EF4-FFF2-40B4-BE49-F238E27FC236}">
                <a16:creationId xmlns:a16="http://schemas.microsoft.com/office/drawing/2014/main" id="{D7951FD0-39A5-804D-837F-030742CAAF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822555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89C5E17-24D0-4696-A3C5-A2261FB455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929B58F-2358-44CC-ACE5-EF1BD3C6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FD59BDF7-715A-ABDF-DD95-A270407F4501}"/>
              </a:ext>
            </a:extLst>
          </p:cNvPr>
          <p:cNvSpPr>
            <a:spLocks noGrp="1"/>
          </p:cNvSpPr>
          <p:nvPr>
            <p:ph type="title"/>
          </p:nvPr>
        </p:nvSpPr>
        <p:spPr>
          <a:xfrm>
            <a:off x="804672" y="1243013"/>
            <a:ext cx="3855720" cy="4371974"/>
          </a:xfrm>
        </p:spPr>
        <p:txBody>
          <a:bodyPr>
            <a:normAutofit/>
          </a:bodyPr>
          <a:lstStyle/>
          <a:p>
            <a:r>
              <a:rPr lang="en-GB" sz="3600">
                <a:solidFill>
                  <a:schemeClr val="tx2"/>
                </a:solidFill>
              </a:rPr>
              <a:t>My position</a:t>
            </a:r>
            <a:endParaRPr lang="en-US" sz="3600">
              <a:solidFill>
                <a:schemeClr val="tx2"/>
              </a:solidFill>
            </a:endParaRPr>
          </a:p>
        </p:txBody>
      </p:sp>
      <p:grpSp>
        <p:nvGrpSpPr>
          <p:cNvPr id="12" name="Group 11">
            <a:extLst>
              <a:ext uri="{FF2B5EF4-FFF2-40B4-BE49-F238E27FC236}">
                <a16:creationId xmlns:a16="http://schemas.microsoft.com/office/drawing/2014/main" id="{09DA5303-A1AF-4830-806C-51FCD9618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97348" y="5285"/>
            <a:ext cx="7294653" cy="6858000"/>
            <a:chOff x="4897348" y="-5799"/>
            <a:chExt cx="7294653" cy="6858000"/>
          </a:xfrm>
        </p:grpSpPr>
        <p:sp>
          <p:nvSpPr>
            <p:cNvPr id="13" name="Freeform: Shape 12">
              <a:extLst>
                <a:ext uri="{FF2B5EF4-FFF2-40B4-BE49-F238E27FC236}">
                  <a16:creationId xmlns:a16="http://schemas.microsoft.com/office/drawing/2014/main" id="{4FAAA8C8-4EB7-45F1-BF24-3EF0F4DC4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7348" y="-5798"/>
              <a:ext cx="7294652" cy="6857999"/>
            </a:xfrm>
            <a:custGeom>
              <a:avLst/>
              <a:gdLst>
                <a:gd name="connsiteX0" fmla="*/ 7294652 w 7294652"/>
                <a:gd name="connsiteY0" fmla="*/ 6063030 h 6857999"/>
                <a:gd name="connsiteX1" fmla="*/ 7294652 w 7294652"/>
                <a:gd name="connsiteY1" fmla="*/ 6857999 h 6857999"/>
                <a:gd name="connsiteX2" fmla="*/ 6248575 w 7294652"/>
                <a:gd name="connsiteY2" fmla="*/ 6857999 h 6857999"/>
                <a:gd name="connsiteX3" fmla="*/ 6477898 w 7294652"/>
                <a:gd name="connsiteY3" fmla="*/ 6700973 h 6857999"/>
                <a:gd name="connsiteX4" fmla="*/ 6647884 w 7294652"/>
                <a:gd name="connsiteY4" fmla="*/ 6572752 h 6857999"/>
                <a:gd name="connsiteX5" fmla="*/ 6817698 w 7294652"/>
                <a:gd name="connsiteY5" fmla="*/ 6440235 h 6857999"/>
                <a:gd name="connsiteX6" fmla="*/ 7161451 w 7294652"/>
                <a:gd name="connsiteY6" fmla="*/ 6165232 h 6857999"/>
                <a:gd name="connsiteX7" fmla="*/ 1673436 w 7294652"/>
                <a:gd name="connsiteY7" fmla="*/ 0 h 6857999"/>
                <a:gd name="connsiteX8" fmla="*/ 2394951 w 7294652"/>
                <a:gd name="connsiteY8" fmla="*/ 0 h 6857999"/>
                <a:gd name="connsiteX9" fmla="*/ 2244659 w 7294652"/>
                <a:gd name="connsiteY9" fmla="*/ 100763 h 6857999"/>
                <a:gd name="connsiteX10" fmla="*/ 1743903 w 7294652"/>
                <a:gd name="connsiteY10" fmla="*/ 498975 h 6857999"/>
                <a:gd name="connsiteX11" fmla="*/ 1163821 w 7294652"/>
                <a:gd name="connsiteY11" fmla="*/ 1121514 h 6857999"/>
                <a:gd name="connsiteX12" fmla="*/ 704911 w 7294652"/>
                <a:gd name="connsiteY12" fmla="*/ 1837036 h 6857999"/>
                <a:gd name="connsiteX13" fmla="*/ 393472 w 7294652"/>
                <a:gd name="connsiteY13" fmla="*/ 2627669 h 6857999"/>
                <a:gd name="connsiteX14" fmla="*/ 280032 w 7294652"/>
                <a:gd name="connsiteY14" fmla="*/ 3472097 h 6857999"/>
                <a:gd name="connsiteX15" fmla="*/ 327813 w 7294652"/>
                <a:gd name="connsiteY15" fmla="*/ 3884602 h 6857999"/>
                <a:gd name="connsiteX16" fmla="*/ 469096 w 7294652"/>
                <a:gd name="connsiteY16" fmla="*/ 4270809 h 6857999"/>
                <a:gd name="connsiteX17" fmla="*/ 567581 w 7294652"/>
                <a:gd name="connsiteY17" fmla="*/ 4452482 h 6857999"/>
                <a:gd name="connsiteX18" fmla="*/ 680677 w 7294652"/>
                <a:gd name="connsiteY18" fmla="*/ 4628484 h 6857999"/>
                <a:gd name="connsiteX19" fmla="*/ 941928 w 7294652"/>
                <a:gd name="connsiteY19" fmla="*/ 4968628 h 6857999"/>
                <a:gd name="connsiteX20" fmla="*/ 1224665 w 7294652"/>
                <a:gd name="connsiteY20" fmla="*/ 5311349 h 6857999"/>
                <a:gd name="connsiteX21" fmla="*/ 1365259 w 7294652"/>
                <a:gd name="connsiteY21" fmla="*/ 5490273 h 6857999"/>
                <a:gd name="connsiteX22" fmla="*/ 1432808 w 7294652"/>
                <a:gd name="connsiteY22" fmla="*/ 5577931 h 6857999"/>
                <a:gd name="connsiteX23" fmla="*/ 1498980 w 7294652"/>
                <a:gd name="connsiteY23" fmla="*/ 5662148 h 6857999"/>
                <a:gd name="connsiteX24" fmla="*/ 2067548 w 7294652"/>
                <a:gd name="connsiteY24" fmla="*/ 6283312 h 6857999"/>
                <a:gd name="connsiteX25" fmla="*/ 2369879 w 7294652"/>
                <a:gd name="connsiteY25" fmla="*/ 6562782 h 6857999"/>
                <a:gd name="connsiteX26" fmla="*/ 2686645 w 7294652"/>
                <a:gd name="connsiteY26" fmla="*/ 6820598 h 6857999"/>
                <a:gd name="connsiteX27" fmla="*/ 2738907 w 7294652"/>
                <a:gd name="connsiteY27" fmla="*/ 6857999 h 6857999"/>
                <a:gd name="connsiteX28" fmla="*/ 1731787 w 7294652"/>
                <a:gd name="connsiteY28" fmla="*/ 6857999 h 6857999"/>
                <a:gd name="connsiteX29" fmla="*/ 1607949 w 7294652"/>
                <a:gd name="connsiteY29" fmla="*/ 6732770 h 6857999"/>
                <a:gd name="connsiteX30" fmla="*/ 1309057 w 7294652"/>
                <a:gd name="connsiteY30" fmla="*/ 6370109 h 6857999"/>
                <a:gd name="connsiteX31" fmla="*/ 1048147 w 7294652"/>
                <a:gd name="connsiteY31" fmla="*/ 5986138 h 6857999"/>
                <a:gd name="connsiteX32" fmla="*/ 987131 w 7294652"/>
                <a:gd name="connsiteY32" fmla="*/ 5888512 h 6857999"/>
                <a:gd name="connsiteX33" fmla="*/ 928866 w 7294652"/>
                <a:gd name="connsiteY33" fmla="*/ 5793463 h 6857999"/>
                <a:gd name="connsiteX34" fmla="*/ 813708 w 7294652"/>
                <a:gd name="connsiteY34" fmla="*/ 5609556 h 6857999"/>
                <a:gd name="connsiteX35" fmla="*/ 574972 w 7294652"/>
                <a:gd name="connsiteY35" fmla="*/ 5231598 h 6857999"/>
                <a:gd name="connsiteX36" fmla="*/ 342424 w 7294652"/>
                <a:gd name="connsiteY36" fmla="*/ 4834048 h 6857999"/>
                <a:gd name="connsiteX37" fmla="*/ 237579 w 7294652"/>
                <a:gd name="connsiteY37" fmla="*/ 4623500 h 6857999"/>
                <a:gd name="connsiteX38" fmla="*/ 148373 w 7294652"/>
                <a:gd name="connsiteY38" fmla="*/ 4404356 h 6857999"/>
                <a:gd name="connsiteX39" fmla="*/ 79623 w 7294652"/>
                <a:gd name="connsiteY39" fmla="*/ 4175762 h 6857999"/>
                <a:gd name="connsiteX40" fmla="*/ 54185 w 7294652"/>
                <a:gd name="connsiteY40" fmla="*/ 4059229 h 6857999"/>
                <a:gd name="connsiteX41" fmla="*/ 43013 w 7294652"/>
                <a:gd name="connsiteY41" fmla="*/ 4000790 h 6857999"/>
                <a:gd name="connsiteX42" fmla="*/ 33734 w 7294652"/>
                <a:gd name="connsiteY42" fmla="*/ 3942180 h 6857999"/>
                <a:gd name="connsiteX43" fmla="*/ 45 w 7294652"/>
                <a:gd name="connsiteY43" fmla="*/ 3472097 h 6857999"/>
                <a:gd name="connsiteX44" fmla="*/ 95436 w 7294652"/>
                <a:gd name="connsiteY44" fmla="*/ 2557372 h 6857999"/>
                <a:gd name="connsiteX45" fmla="*/ 382126 w 7294652"/>
                <a:gd name="connsiteY45" fmla="*/ 1680799 h 6857999"/>
                <a:gd name="connsiteX46" fmla="*/ 1457043 w 7294652"/>
                <a:gd name="connsiteY46" fmla="*/ 1921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7294652" h="6857999">
                  <a:moveTo>
                    <a:pt x="7294652" y="6063030"/>
                  </a:moveTo>
                  <a:lnTo>
                    <a:pt x="7294652" y="6857999"/>
                  </a:lnTo>
                  <a:lnTo>
                    <a:pt x="6248575" y="6857999"/>
                  </a:lnTo>
                  <a:lnTo>
                    <a:pt x="6477898" y="6700973"/>
                  </a:lnTo>
                  <a:cubicBezTo>
                    <a:pt x="6534790" y="6659378"/>
                    <a:pt x="6591336" y="6616237"/>
                    <a:pt x="6647884" y="6572752"/>
                  </a:cubicBezTo>
                  <a:cubicBezTo>
                    <a:pt x="6704432" y="6529268"/>
                    <a:pt x="6761151" y="6485095"/>
                    <a:pt x="6817698" y="6440235"/>
                  </a:cubicBezTo>
                  <a:lnTo>
                    <a:pt x="7161451" y="6165232"/>
                  </a:lnTo>
                  <a:close/>
                  <a:moveTo>
                    <a:pt x="1673436" y="0"/>
                  </a:moveTo>
                  <a:lnTo>
                    <a:pt x="2394951" y="0"/>
                  </a:lnTo>
                  <a:lnTo>
                    <a:pt x="2244659" y="100763"/>
                  </a:lnTo>
                  <a:cubicBezTo>
                    <a:pt x="2071051" y="224086"/>
                    <a:pt x="1903860" y="356975"/>
                    <a:pt x="1743903" y="498975"/>
                  </a:cubicBezTo>
                  <a:cubicBezTo>
                    <a:pt x="1533218" y="689638"/>
                    <a:pt x="1339146" y="897902"/>
                    <a:pt x="1163821" y="1121514"/>
                  </a:cubicBezTo>
                  <a:cubicBezTo>
                    <a:pt x="988284" y="1344764"/>
                    <a:pt x="834608" y="1584376"/>
                    <a:pt x="704911" y="1837036"/>
                  </a:cubicBezTo>
                  <a:cubicBezTo>
                    <a:pt x="573950" y="2089059"/>
                    <a:pt x="469577" y="2354041"/>
                    <a:pt x="393472" y="2627669"/>
                  </a:cubicBezTo>
                  <a:cubicBezTo>
                    <a:pt x="318269" y="2902842"/>
                    <a:pt x="280119" y="3186833"/>
                    <a:pt x="280032" y="3472097"/>
                  </a:cubicBezTo>
                  <a:cubicBezTo>
                    <a:pt x="280349" y="3610956"/>
                    <a:pt x="296380" y="3749334"/>
                    <a:pt x="327813" y="3884602"/>
                  </a:cubicBezTo>
                  <a:cubicBezTo>
                    <a:pt x="360878" y="4018046"/>
                    <a:pt x="408244" y="4147540"/>
                    <a:pt x="469096" y="4270809"/>
                  </a:cubicBezTo>
                  <a:cubicBezTo>
                    <a:pt x="499175" y="4332511"/>
                    <a:pt x="532347" y="4393012"/>
                    <a:pt x="567581" y="4452482"/>
                  </a:cubicBezTo>
                  <a:cubicBezTo>
                    <a:pt x="602815" y="4511953"/>
                    <a:pt x="641144" y="4570562"/>
                    <a:pt x="680677" y="4628484"/>
                  </a:cubicBezTo>
                  <a:cubicBezTo>
                    <a:pt x="760771" y="4743985"/>
                    <a:pt x="849802" y="4856048"/>
                    <a:pt x="941928" y="4968628"/>
                  </a:cubicBezTo>
                  <a:cubicBezTo>
                    <a:pt x="1034055" y="5081206"/>
                    <a:pt x="1130994" y="5193958"/>
                    <a:pt x="1224665" y="5311349"/>
                  </a:cubicBezTo>
                  <a:cubicBezTo>
                    <a:pt x="1271987" y="5369787"/>
                    <a:pt x="1318853" y="5429429"/>
                    <a:pt x="1365259" y="5490273"/>
                  </a:cubicBezTo>
                  <a:lnTo>
                    <a:pt x="1432808" y="5577931"/>
                  </a:lnTo>
                  <a:cubicBezTo>
                    <a:pt x="1454979" y="5605947"/>
                    <a:pt x="1476121" y="5634821"/>
                    <a:pt x="1498980" y="5662148"/>
                  </a:cubicBezTo>
                  <a:cubicBezTo>
                    <a:pt x="1676323" y="5880038"/>
                    <a:pt x="1866158" y="6087441"/>
                    <a:pt x="2067548" y="6283312"/>
                  </a:cubicBezTo>
                  <a:cubicBezTo>
                    <a:pt x="2166203" y="6379907"/>
                    <a:pt x="2266974" y="6473064"/>
                    <a:pt x="2369879" y="6562782"/>
                  </a:cubicBezTo>
                  <a:cubicBezTo>
                    <a:pt x="2473005" y="6652331"/>
                    <a:pt x="2577677" y="6738957"/>
                    <a:pt x="2686645" y="6820598"/>
                  </a:cubicBezTo>
                  <a:lnTo>
                    <a:pt x="2738907" y="6857999"/>
                  </a:lnTo>
                  <a:lnTo>
                    <a:pt x="1731787" y="6857999"/>
                  </a:lnTo>
                  <a:lnTo>
                    <a:pt x="1607949" y="6732770"/>
                  </a:lnTo>
                  <a:cubicBezTo>
                    <a:pt x="1501232" y="6617903"/>
                    <a:pt x="1401421" y="6496799"/>
                    <a:pt x="1309057" y="6370109"/>
                  </a:cubicBezTo>
                  <a:cubicBezTo>
                    <a:pt x="1217103" y="6244469"/>
                    <a:pt x="1129618" y="6116590"/>
                    <a:pt x="1048147" y="5986138"/>
                  </a:cubicBezTo>
                  <a:cubicBezTo>
                    <a:pt x="1027179" y="5953825"/>
                    <a:pt x="1007414" y="5920996"/>
                    <a:pt x="987131" y="5888512"/>
                  </a:cubicBezTo>
                  <a:lnTo>
                    <a:pt x="928866" y="5793463"/>
                  </a:lnTo>
                  <a:cubicBezTo>
                    <a:pt x="891568" y="5732276"/>
                    <a:pt x="852725" y="5671260"/>
                    <a:pt x="813708" y="5609556"/>
                  </a:cubicBezTo>
                  <a:lnTo>
                    <a:pt x="574972" y="5231598"/>
                  </a:lnTo>
                  <a:cubicBezTo>
                    <a:pt x="495221" y="5103551"/>
                    <a:pt x="416158" y="4971549"/>
                    <a:pt x="342424" y="4834048"/>
                  </a:cubicBezTo>
                  <a:cubicBezTo>
                    <a:pt x="305641" y="4765298"/>
                    <a:pt x="270236" y="4695343"/>
                    <a:pt x="237579" y="4623500"/>
                  </a:cubicBezTo>
                  <a:cubicBezTo>
                    <a:pt x="204922" y="4551655"/>
                    <a:pt x="175187" y="4478607"/>
                    <a:pt x="148373" y="4404356"/>
                  </a:cubicBezTo>
                  <a:cubicBezTo>
                    <a:pt x="121561" y="4330107"/>
                    <a:pt x="99046" y="4252934"/>
                    <a:pt x="79623" y="4175762"/>
                  </a:cubicBezTo>
                  <a:cubicBezTo>
                    <a:pt x="70514" y="4136916"/>
                    <a:pt x="61577" y="4098245"/>
                    <a:pt x="54185" y="4059229"/>
                  </a:cubicBezTo>
                  <a:lnTo>
                    <a:pt x="43013" y="4000790"/>
                  </a:lnTo>
                  <a:lnTo>
                    <a:pt x="33734" y="3942180"/>
                  </a:lnTo>
                  <a:cubicBezTo>
                    <a:pt x="10461" y="3786581"/>
                    <a:pt x="-801" y="3629416"/>
                    <a:pt x="45" y="3472097"/>
                  </a:cubicBezTo>
                  <a:cubicBezTo>
                    <a:pt x="863" y="3164748"/>
                    <a:pt x="32824" y="2858275"/>
                    <a:pt x="95436" y="2557372"/>
                  </a:cubicBezTo>
                  <a:cubicBezTo>
                    <a:pt x="157549" y="2255281"/>
                    <a:pt x="253728" y="1961216"/>
                    <a:pt x="382126" y="1680799"/>
                  </a:cubicBezTo>
                  <a:cubicBezTo>
                    <a:pt x="639940" y="1120482"/>
                    <a:pt x="1015492" y="619117"/>
                    <a:pt x="1457043" y="192176"/>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77FC097-E4F2-4A45-82E8-3808FA553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0650" y="-5799"/>
              <a:ext cx="7291350" cy="6858000"/>
            </a:xfrm>
            <a:custGeom>
              <a:avLst/>
              <a:gdLst>
                <a:gd name="connsiteX0" fmla="*/ 7291350 w 7291350"/>
                <a:gd name="connsiteY0" fmla="*/ 5718699 h 6858000"/>
                <a:gd name="connsiteX1" fmla="*/ 7291350 w 7291350"/>
                <a:gd name="connsiteY1" fmla="*/ 6806115 h 6858000"/>
                <a:gd name="connsiteX2" fmla="*/ 7224124 w 7291350"/>
                <a:gd name="connsiteY2" fmla="*/ 6858000 h 6858000"/>
                <a:gd name="connsiteX3" fmla="*/ 5607142 w 7291350"/>
                <a:gd name="connsiteY3" fmla="*/ 6858000 h 6858000"/>
                <a:gd name="connsiteX4" fmla="*/ 5736072 w 7291350"/>
                <a:gd name="connsiteY4" fmla="*/ 6801170 h 6858000"/>
                <a:gd name="connsiteX5" fmla="*/ 6949826 w 7291350"/>
                <a:gd name="connsiteY5" fmla="*/ 5983707 h 6858000"/>
                <a:gd name="connsiteX6" fmla="*/ 7220703 w 7291350"/>
                <a:gd name="connsiteY6" fmla="*/ 5773675 h 6858000"/>
                <a:gd name="connsiteX7" fmla="*/ 7218419 w 7291350"/>
                <a:gd name="connsiteY7" fmla="*/ 0 h 6858000"/>
                <a:gd name="connsiteX8" fmla="*/ 7291350 w 7291350"/>
                <a:gd name="connsiteY8" fmla="*/ 0 h 6858000"/>
                <a:gd name="connsiteX9" fmla="*/ 7291350 w 7291350"/>
                <a:gd name="connsiteY9" fmla="*/ 50138 h 6858000"/>
                <a:gd name="connsiteX10" fmla="*/ 1797607 w 7291350"/>
                <a:gd name="connsiteY10" fmla="*/ 0 h 6858000"/>
                <a:gd name="connsiteX11" fmla="*/ 3385676 w 7291350"/>
                <a:gd name="connsiteY11" fmla="*/ 0 h 6858000"/>
                <a:gd name="connsiteX12" fmla="*/ 3360567 w 7291350"/>
                <a:gd name="connsiteY12" fmla="*/ 11552 h 6858000"/>
                <a:gd name="connsiteX13" fmla="*/ 2267395 w 7291350"/>
                <a:gd name="connsiteY13" fmla="*/ 725831 h 6858000"/>
                <a:gd name="connsiteX14" fmla="*/ 1234074 w 7291350"/>
                <a:gd name="connsiteY14" fmla="*/ 2007171 h 6858000"/>
                <a:gd name="connsiteX15" fmla="*/ 859383 w 7291350"/>
                <a:gd name="connsiteY15" fmla="*/ 3498372 h 6858000"/>
                <a:gd name="connsiteX16" fmla="*/ 1479513 w 7291350"/>
                <a:gd name="connsiteY16" fmla="*/ 4883182 h 6858000"/>
                <a:gd name="connsiteX17" fmla="*/ 1791985 w 7291350"/>
                <a:gd name="connsiteY17" fmla="*/ 5322671 h 6858000"/>
                <a:gd name="connsiteX18" fmla="*/ 3397295 w 7291350"/>
                <a:gd name="connsiteY18" fmla="*/ 6784567 h 6858000"/>
                <a:gd name="connsiteX19" fmla="*/ 3590446 w 7291350"/>
                <a:gd name="connsiteY19" fmla="*/ 6858000 h 6858000"/>
                <a:gd name="connsiteX20" fmla="*/ 1970757 w 7291350"/>
                <a:gd name="connsiteY20" fmla="*/ 6858000 h 6858000"/>
                <a:gd name="connsiteX21" fmla="*/ 1735872 w 7291350"/>
                <a:gd name="connsiteY21" fmla="*/ 6627685 h 6858000"/>
                <a:gd name="connsiteX22" fmla="*/ 1080932 w 7291350"/>
                <a:gd name="connsiteY22" fmla="*/ 5805127 h 6858000"/>
                <a:gd name="connsiteX23" fmla="*/ 0 w 7291350"/>
                <a:gd name="connsiteY23" fmla="*/ 3498372 h 6858000"/>
                <a:gd name="connsiteX24" fmla="*/ 1708174 w 7291350"/>
                <a:gd name="connsiteY24"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91350" h="6858000">
                  <a:moveTo>
                    <a:pt x="7291350" y="5718699"/>
                  </a:moveTo>
                  <a:lnTo>
                    <a:pt x="7291350" y="6806115"/>
                  </a:lnTo>
                  <a:lnTo>
                    <a:pt x="7224124" y="6858000"/>
                  </a:lnTo>
                  <a:lnTo>
                    <a:pt x="5607142" y="6858000"/>
                  </a:lnTo>
                  <a:lnTo>
                    <a:pt x="5736072" y="6801170"/>
                  </a:lnTo>
                  <a:cubicBezTo>
                    <a:pt x="6122313" y="6616106"/>
                    <a:pt x="6503069" y="6332805"/>
                    <a:pt x="6949826" y="5983707"/>
                  </a:cubicBezTo>
                  <a:cubicBezTo>
                    <a:pt x="7041094" y="5912378"/>
                    <a:pt x="7132358" y="5842426"/>
                    <a:pt x="7220703" y="5773675"/>
                  </a:cubicBezTo>
                  <a:close/>
                  <a:moveTo>
                    <a:pt x="7218419" y="0"/>
                  </a:moveTo>
                  <a:lnTo>
                    <a:pt x="7291350" y="0"/>
                  </a:lnTo>
                  <a:lnTo>
                    <a:pt x="7291350" y="50138"/>
                  </a:lnTo>
                  <a:close/>
                  <a:moveTo>
                    <a:pt x="1797607" y="0"/>
                  </a:moveTo>
                  <a:lnTo>
                    <a:pt x="3385676" y="0"/>
                  </a:lnTo>
                  <a:lnTo>
                    <a:pt x="3360567" y="11552"/>
                  </a:lnTo>
                  <a:cubicBezTo>
                    <a:pt x="2968013" y="202286"/>
                    <a:pt x="2600620" y="442170"/>
                    <a:pt x="2267395" y="725831"/>
                  </a:cubicBezTo>
                  <a:cubicBezTo>
                    <a:pt x="1824986" y="1104820"/>
                    <a:pt x="1477279" y="1536057"/>
                    <a:pt x="1234074" y="2007171"/>
                  </a:cubicBezTo>
                  <a:cubicBezTo>
                    <a:pt x="985368" y="2488770"/>
                    <a:pt x="859383" y="2990476"/>
                    <a:pt x="859383" y="3498372"/>
                  </a:cubicBezTo>
                  <a:cubicBezTo>
                    <a:pt x="859383" y="4010222"/>
                    <a:pt x="1060651" y="4308942"/>
                    <a:pt x="1479513" y="4883182"/>
                  </a:cubicBezTo>
                  <a:cubicBezTo>
                    <a:pt x="1580577" y="5021714"/>
                    <a:pt x="1685078" y="5164888"/>
                    <a:pt x="1791985" y="5322671"/>
                  </a:cubicBezTo>
                  <a:cubicBezTo>
                    <a:pt x="2283419" y="6046950"/>
                    <a:pt x="2796809" y="6521439"/>
                    <a:pt x="3397295" y="6784567"/>
                  </a:cubicBezTo>
                  <a:lnTo>
                    <a:pt x="3590446" y="6858000"/>
                  </a:lnTo>
                  <a:lnTo>
                    <a:pt x="1970757" y="6858000"/>
                  </a:lnTo>
                  <a:lnTo>
                    <a:pt x="1735872" y="6627685"/>
                  </a:lnTo>
                  <a:cubicBezTo>
                    <a:pt x="1502484" y="6382823"/>
                    <a:pt x="1285774" y="6107254"/>
                    <a:pt x="1080932" y="5805127"/>
                  </a:cubicBezTo>
                  <a:cubicBezTo>
                    <a:pt x="556365" y="5032027"/>
                    <a:pt x="0" y="4501616"/>
                    <a:pt x="0" y="3498372"/>
                  </a:cubicBezTo>
                  <a:cubicBezTo>
                    <a:pt x="0" y="2160829"/>
                    <a:pt x="685186" y="949872"/>
                    <a:pt x="1708174" y="7330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0DF88B0-FA8A-47F5-8EAC-1880B1A51B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2894" y="-5799"/>
              <a:ext cx="7269107" cy="6858000"/>
            </a:xfrm>
            <a:custGeom>
              <a:avLst/>
              <a:gdLst>
                <a:gd name="connsiteX0" fmla="*/ 7269107 w 7269107"/>
                <a:gd name="connsiteY0" fmla="*/ 5518449 h 6858000"/>
                <a:gd name="connsiteX1" fmla="*/ 7269107 w 7269107"/>
                <a:gd name="connsiteY1" fmla="*/ 6823281 h 6858000"/>
                <a:gd name="connsiteX2" fmla="*/ 7224122 w 7269107"/>
                <a:gd name="connsiteY2" fmla="*/ 6858000 h 6858000"/>
                <a:gd name="connsiteX3" fmla="*/ 4927054 w 7269107"/>
                <a:gd name="connsiteY3" fmla="*/ 6858000 h 6858000"/>
                <a:gd name="connsiteX4" fmla="*/ 4982167 w 7269107"/>
                <a:gd name="connsiteY4" fmla="*/ 6852876 h 6858000"/>
                <a:gd name="connsiteX5" fmla="*/ 5743768 w 7269107"/>
                <a:gd name="connsiteY5" fmla="*/ 6606245 h 6858000"/>
                <a:gd name="connsiteX6" fmla="*/ 6843778 w 7269107"/>
                <a:gd name="connsiteY6" fmla="*/ 5848440 h 6858000"/>
                <a:gd name="connsiteX7" fmla="*/ 7115515 w 7269107"/>
                <a:gd name="connsiteY7" fmla="*/ 5637891 h 6858000"/>
                <a:gd name="connsiteX8" fmla="*/ 6870111 w 7269107"/>
                <a:gd name="connsiteY8" fmla="*/ 0 h 6858000"/>
                <a:gd name="connsiteX9" fmla="*/ 7269107 w 7269107"/>
                <a:gd name="connsiteY9" fmla="*/ 0 h 6858000"/>
                <a:gd name="connsiteX10" fmla="*/ 7269107 w 7269107"/>
                <a:gd name="connsiteY10" fmla="*/ 243137 h 6858000"/>
                <a:gd name="connsiteX11" fmla="*/ 7089989 w 7269107"/>
                <a:gd name="connsiteY11" fmla="*/ 119955 h 6858000"/>
                <a:gd name="connsiteX12" fmla="*/ 6952948 w 7269107"/>
                <a:gd name="connsiteY12" fmla="*/ 41521 h 6858000"/>
                <a:gd name="connsiteX13" fmla="*/ 1797606 w 7269107"/>
                <a:gd name="connsiteY13" fmla="*/ 0 h 6858000"/>
                <a:gd name="connsiteX14" fmla="*/ 3815328 w 7269107"/>
                <a:gd name="connsiteY14" fmla="*/ 0 h 6858000"/>
                <a:gd name="connsiteX15" fmla="*/ 3627371 w 7269107"/>
                <a:gd name="connsiteY15" fmla="*/ 77142 h 6858000"/>
                <a:gd name="connsiteX16" fmla="*/ 2379115 w 7269107"/>
                <a:gd name="connsiteY16" fmla="*/ 856285 h 6858000"/>
                <a:gd name="connsiteX17" fmla="*/ 1386699 w 7269107"/>
                <a:gd name="connsiteY17" fmla="*/ 2086062 h 6858000"/>
                <a:gd name="connsiteX18" fmla="*/ 1031258 w 7269107"/>
                <a:gd name="connsiteY18" fmla="*/ 3498372 h 6858000"/>
                <a:gd name="connsiteX19" fmla="*/ 1618904 w 7269107"/>
                <a:gd name="connsiteY19" fmla="*/ 4781604 h 6858000"/>
                <a:gd name="connsiteX20" fmla="*/ 1934812 w 7269107"/>
                <a:gd name="connsiteY20" fmla="*/ 5225904 h 6858000"/>
                <a:gd name="connsiteX21" fmla="*/ 3140010 w 7269107"/>
                <a:gd name="connsiteY21" fmla="*/ 6456196 h 6858000"/>
                <a:gd name="connsiteX22" fmla="*/ 4281662 w 7269107"/>
                <a:gd name="connsiteY22" fmla="*/ 6843305 h 6858000"/>
                <a:gd name="connsiteX23" fmla="*/ 4449058 w 7269107"/>
                <a:gd name="connsiteY23" fmla="*/ 6858000 h 6858000"/>
                <a:gd name="connsiteX24" fmla="*/ 1970756 w 7269107"/>
                <a:gd name="connsiteY24" fmla="*/ 6858000 h 6858000"/>
                <a:gd name="connsiteX25" fmla="*/ 1735871 w 7269107"/>
                <a:gd name="connsiteY25" fmla="*/ 6627685 h 6858000"/>
                <a:gd name="connsiteX26" fmla="*/ 1080930 w 7269107"/>
                <a:gd name="connsiteY26" fmla="*/ 5805127 h 6858000"/>
                <a:gd name="connsiteX27" fmla="*/ 0 w 7269107"/>
                <a:gd name="connsiteY27" fmla="*/ 3498372 h 6858000"/>
                <a:gd name="connsiteX28" fmla="*/ 1708172 w 7269107"/>
                <a:gd name="connsiteY28"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269107" h="6858000">
                  <a:moveTo>
                    <a:pt x="7269107" y="5518449"/>
                  </a:moveTo>
                  <a:lnTo>
                    <a:pt x="7269107" y="6823281"/>
                  </a:lnTo>
                  <a:lnTo>
                    <a:pt x="7224122" y="6858000"/>
                  </a:lnTo>
                  <a:lnTo>
                    <a:pt x="4927054" y="6858000"/>
                  </a:lnTo>
                  <a:lnTo>
                    <a:pt x="4982167" y="6852876"/>
                  </a:lnTo>
                  <a:cubicBezTo>
                    <a:pt x="5236517" y="6821036"/>
                    <a:pt x="5483373" y="6740566"/>
                    <a:pt x="5743768" y="6606245"/>
                  </a:cubicBezTo>
                  <a:cubicBezTo>
                    <a:pt x="6099551" y="6422337"/>
                    <a:pt x="6452586" y="6154209"/>
                    <a:pt x="6843778" y="5848440"/>
                  </a:cubicBezTo>
                  <a:cubicBezTo>
                    <a:pt x="6935559" y="5776768"/>
                    <a:pt x="7026997" y="5706642"/>
                    <a:pt x="7115515" y="5637891"/>
                  </a:cubicBezTo>
                  <a:close/>
                  <a:moveTo>
                    <a:pt x="6870111" y="0"/>
                  </a:moveTo>
                  <a:lnTo>
                    <a:pt x="7269107" y="0"/>
                  </a:lnTo>
                  <a:lnTo>
                    <a:pt x="7269107" y="243137"/>
                  </a:lnTo>
                  <a:lnTo>
                    <a:pt x="7089989" y="119955"/>
                  </a:lnTo>
                  <a:cubicBezTo>
                    <a:pt x="7045081" y="92581"/>
                    <a:pt x="6999384" y="66425"/>
                    <a:pt x="6952948" y="41521"/>
                  </a:cubicBezTo>
                  <a:close/>
                  <a:moveTo>
                    <a:pt x="1797606" y="0"/>
                  </a:moveTo>
                  <a:lnTo>
                    <a:pt x="3815328" y="0"/>
                  </a:lnTo>
                  <a:lnTo>
                    <a:pt x="3627371" y="77142"/>
                  </a:lnTo>
                  <a:cubicBezTo>
                    <a:pt x="3175548" y="273822"/>
                    <a:pt x="2754868" y="536281"/>
                    <a:pt x="2379115" y="856285"/>
                  </a:cubicBezTo>
                  <a:cubicBezTo>
                    <a:pt x="1959736" y="1215679"/>
                    <a:pt x="1616497" y="1640901"/>
                    <a:pt x="1386699" y="2086062"/>
                  </a:cubicBezTo>
                  <a:cubicBezTo>
                    <a:pt x="1151572" y="2543083"/>
                    <a:pt x="1031258" y="3018150"/>
                    <a:pt x="1031258" y="3498372"/>
                  </a:cubicBezTo>
                  <a:cubicBezTo>
                    <a:pt x="1031258" y="3957455"/>
                    <a:pt x="1211213" y="4223692"/>
                    <a:pt x="1618904" y="4781604"/>
                  </a:cubicBezTo>
                  <a:cubicBezTo>
                    <a:pt x="1720826" y="4921339"/>
                    <a:pt x="1826186" y="5065887"/>
                    <a:pt x="1934812" y="5225904"/>
                  </a:cubicBezTo>
                  <a:cubicBezTo>
                    <a:pt x="2318957" y="5792064"/>
                    <a:pt x="2713069" y="6194600"/>
                    <a:pt x="3140010" y="6456196"/>
                  </a:cubicBezTo>
                  <a:cubicBezTo>
                    <a:pt x="3479423" y="6664512"/>
                    <a:pt x="3855769" y="6792387"/>
                    <a:pt x="4281662" y="6843305"/>
                  </a:cubicBezTo>
                  <a:lnTo>
                    <a:pt x="4449058" y="6858000"/>
                  </a:lnTo>
                  <a:lnTo>
                    <a:pt x="1970756" y="6858000"/>
                  </a:lnTo>
                  <a:lnTo>
                    <a:pt x="1735871" y="6627685"/>
                  </a:lnTo>
                  <a:cubicBezTo>
                    <a:pt x="1502482" y="6382823"/>
                    <a:pt x="1285773" y="6107254"/>
                    <a:pt x="1080930" y="5805127"/>
                  </a:cubicBezTo>
                  <a:cubicBezTo>
                    <a:pt x="556364" y="5032027"/>
                    <a:pt x="0" y="4501616"/>
                    <a:pt x="0" y="3498372"/>
                  </a:cubicBezTo>
                  <a:cubicBezTo>
                    <a:pt x="0" y="2160829"/>
                    <a:pt x="685185" y="949872"/>
                    <a:pt x="1708172" y="73302"/>
                  </a:cubicBezTo>
                  <a:close/>
                </a:path>
              </a:pathLst>
            </a:custGeom>
            <a:gradFill>
              <a:gsLst>
                <a:gs pos="2000">
                  <a:schemeClr val="bg1">
                    <a:alpha val="10000"/>
                  </a:schemeClr>
                </a:gs>
                <a:gs pos="5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Content Placeholder 2">
            <a:extLst>
              <a:ext uri="{FF2B5EF4-FFF2-40B4-BE49-F238E27FC236}">
                <a16:creationId xmlns:a16="http://schemas.microsoft.com/office/drawing/2014/main" id="{76FD17DC-C25D-A50B-3280-4EF9A89C1E40}"/>
              </a:ext>
            </a:extLst>
          </p:cNvPr>
          <p:cNvSpPr>
            <a:spLocks noGrp="1"/>
          </p:cNvSpPr>
          <p:nvPr>
            <p:ph idx="1"/>
          </p:nvPr>
        </p:nvSpPr>
        <p:spPr>
          <a:xfrm>
            <a:off x="6632812" y="1032987"/>
            <a:ext cx="4919108" cy="4792027"/>
          </a:xfrm>
        </p:spPr>
        <p:txBody>
          <a:bodyPr anchor="ctr">
            <a:normAutofit/>
          </a:bodyPr>
          <a:lstStyle/>
          <a:p>
            <a:r>
              <a:rPr lang="en-US" sz="2000">
                <a:solidFill>
                  <a:schemeClr val="tx2"/>
                </a:solidFill>
              </a:rPr>
              <a:t>Against structural rewriting</a:t>
            </a:r>
          </a:p>
          <a:p>
            <a:r>
              <a:rPr lang="en-GB" sz="2000">
                <a:solidFill>
                  <a:schemeClr val="tx2"/>
                </a:solidFill>
              </a:rPr>
              <a:t>Acknowledge inevitability</a:t>
            </a:r>
          </a:p>
          <a:p>
            <a:r>
              <a:rPr lang="en-GB" sz="2000">
                <a:solidFill>
                  <a:schemeClr val="tx2"/>
                </a:solidFill>
              </a:rPr>
              <a:t>Favour diagnostic support</a:t>
            </a:r>
          </a:p>
          <a:p>
            <a:r>
              <a:rPr lang="en-GB" sz="2000">
                <a:solidFill>
                  <a:schemeClr val="tx2"/>
                </a:solidFill>
              </a:rPr>
              <a:t>Prefer educational tools for readers</a:t>
            </a:r>
            <a:endParaRPr lang="en-US" sz="2000">
              <a:solidFill>
                <a:schemeClr val="tx2"/>
              </a:solidFill>
            </a:endParaRPr>
          </a:p>
        </p:txBody>
      </p:sp>
    </p:spTree>
    <p:extLst>
      <p:ext uri="{BB962C8B-B14F-4D97-AF65-F5344CB8AC3E}">
        <p14:creationId xmlns:p14="http://schemas.microsoft.com/office/powerpoint/2010/main" val="1079389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2E248BDC-9698-C695-9813-9EC213106C93}"/>
              </a:ext>
            </a:extLst>
          </p:cNvPr>
          <p:cNvSpPr>
            <a:spLocks noGrp="1"/>
          </p:cNvSpPr>
          <p:nvPr>
            <p:ph type="title"/>
          </p:nvPr>
        </p:nvSpPr>
        <p:spPr>
          <a:xfrm>
            <a:off x="640080" y="1243013"/>
            <a:ext cx="3855720" cy="4371974"/>
          </a:xfrm>
        </p:spPr>
        <p:txBody>
          <a:bodyPr>
            <a:normAutofit/>
          </a:bodyPr>
          <a:lstStyle/>
          <a:p>
            <a:r>
              <a:rPr lang="en-US" sz="3600">
                <a:solidFill>
                  <a:schemeClr val="tx2"/>
                </a:solidFill>
              </a:rPr>
              <a:t>Thoughts &amp; Questions</a:t>
            </a:r>
          </a:p>
        </p:txBody>
      </p:sp>
      <p:sp>
        <p:nvSpPr>
          <p:cNvPr id="3" name="Content Placeholder 2">
            <a:extLst>
              <a:ext uri="{FF2B5EF4-FFF2-40B4-BE49-F238E27FC236}">
                <a16:creationId xmlns:a16="http://schemas.microsoft.com/office/drawing/2014/main" id="{1DA8A7DB-3B6B-D015-C08B-2A8C3365EE4C}"/>
              </a:ext>
            </a:extLst>
          </p:cNvPr>
          <p:cNvSpPr>
            <a:spLocks noGrp="1"/>
          </p:cNvSpPr>
          <p:nvPr>
            <p:ph idx="1"/>
          </p:nvPr>
        </p:nvSpPr>
        <p:spPr>
          <a:xfrm>
            <a:off x="6172200" y="804672"/>
            <a:ext cx="5221224" cy="5230368"/>
          </a:xfrm>
        </p:spPr>
        <p:txBody>
          <a:bodyPr anchor="ctr">
            <a:normAutofit/>
          </a:bodyPr>
          <a:lstStyle/>
          <a:p>
            <a:r>
              <a:rPr lang="en-US" sz="1800">
                <a:solidFill>
                  <a:schemeClr val="tx2"/>
                </a:solidFill>
              </a:rPr>
              <a:t>How big is the risk really?</a:t>
            </a:r>
          </a:p>
          <a:p>
            <a:r>
              <a:rPr lang="en-US" sz="1800">
                <a:solidFill>
                  <a:schemeClr val="tx2"/>
                </a:solidFill>
              </a:rPr>
              <a:t>Is the short term benefit bigger than the long term risks?</a:t>
            </a:r>
          </a:p>
          <a:p>
            <a:r>
              <a:rPr lang="en-US" sz="1800">
                <a:solidFill>
                  <a:schemeClr val="tx2"/>
                </a:solidFill>
              </a:rPr>
              <a:t>Who carries the responsibility of understanding the letters muncipality vs reader.</a:t>
            </a:r>
          </a:p>
          <a:p>
            <a:r>
              <a:rPr lang="en-US" sz="1800">
                <a:solidFill>
                  <a:schemeClr val="tx2"/>
                </a:solidFill>
              </a:rPr>
              <a:t>Any other arguments against the position?</a:t>
            </a:r>
          </a:p>
        </p:txBody>
      </p:sp>
    </p:spTree>
    <p:extLst>
      <p:ext uri="{BB962C8B-B14F-4D97-AF65-F5344CB8AC3E}">
        <p14:creationId xmlns:p14="http://schemas.microsoft.com/office/powerpoint/2010/main" val="3061954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13"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93ACF11-9E8F-4B62-8A85-AB885DCE27C3}">
  <we:reference id="f1abd87f-a3ba-42fb-91d5-100000000000" version="1.0.0.6" store="EXCatalog" storeType="EXCatalog"/>
  <we:alternateReferences>
    <we:reference id="WA104380278" version="1.0.0.6"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73</TotalTime>
  <Words>727</Words>
  <Application>Microsoft Office PowerPoint</Application>
  <PresentationFormat>Widescreen</PresentationFormat>
  <Paragraphs>73</Paragraphs>
  <Slides>11</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Should Municipalities Rely on AI for B1 Communication?</vt:lpstr>
      <vt:lpstr>Table of contents</vt:lpstr>
      <vt:lpstr>Background</vt:lpstr>
      <vt:lpstr>Why AI looks attractive</vt:lpstr>
      <vt:lpstr>Pain points in solution</vt:lpstr>
      <vt:lpstr>Preexisting language difficulties in the Netherlands</vt:lpstr>
      <vt:lpstr>The biggest risks</vt:lpstr>
      <vt:lpstr>AI’s role in shaping language</vt:lpstr>
      <vt:lpstr>The central positions</vt:lpstr>
      <vt:lpstr>My position</vt:lpstr>
      <vt:lpstr>Thoughts &amp;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Frank van der Velde</dc:creator>
  <cp:lastModifiedBy>Frank van der Velde</cp:lastModifiedBy>
  <cp:revision>3</cp:revision>
  <dcterms:created xsi:type="dcterms:W3CDTF">2026-01-08T22:06:45Z</dcterms:created>
  <dcterms:modified xsi:type="dcterms:W3CDTF">2026-01-09T08:22:30Z</dcterms:modified>
</cp:coreProperties>
</file>