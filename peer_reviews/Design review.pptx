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65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627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3D5D97-944D-4C4E-8691-B4EC950294D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06A64BF-D81A-47DC-95DB-4B16BD545E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Context</a:t>
          </a:r>
          <a:r>
            <a:rPr lang="en-US" b="0" i="0" baseline="0"/>
            <a:t> </a:t>
          </a:r>
          <a:endParaRPr lang="en-US"/>
        </a:p>
      </dgm:t>
    </dgm:pt>
    <dgm:pt modelId="{0231C153-B1CA-41C5-9D23-C35CF276BAE5}" type="parTrans" cxnId="{ABC7AC44-113B-4011-9177-10324844046A}">
      <dgm:prSet/>
      <dgm:spPr/>
      <dgm:t>
        <a:bodyPr/>
        <a:lstStyle/>
        <a:p>
          <a:endParaRPr lang="en-US"/>
        </a:p>
      </dgm:t>
    </dgm:pt>
    <dgm:pt modelId="{1AEF5AA0-639C-4676-B74D-1F7976151E57}" type="sibTrans" cxnId="{ABC7AC44-113B-4011-9177-10324844046A}">
      <dgm:prSet/>
      <dgm:spPr/>
      <dgm:t>
        <a:bodyPr/>
        <a:lstStyle/>
        <a:p>
          <a:endParaRPr lang="en-US"/>
        </a:p>
      </dgm:t>
    </dgm:pt>
    <dgm:pt modelId="{174657AA-CBC5-4136-AC99-151333C069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LLMs → high inference cost and environmental impact </a:t>
          </a:r>
          <a:endParaRPr lang="en-US"/>
        </a:p>
      </dgm:t>
    </dgm:pt>
    <dgm:pt modelId="{A5FAA9D1-C533-405D-A19D-E21D94B5A71A}" type="parTrans" cxnId="{9034A8A5-DBA0-4D0B-B301-8EBD785F745F}">
      <dgm:prSet/>
      <dgm:spPr/>
      <dgm:t>
        <a:bodyPr/>
        <a:lstStyle/>
        <a:p>
          <a:endParaRPr lang="en-US"/>
        </a:p>
      </dgm:t>
    </dgm:pt>
    <dgm:pt modelId="{9DFD4940-EFED-4745-B24A-6FD3B620D7EB}" type="sibTrans" cxnId="{9034A8A5-DBA0-4D0B-B301-8EBD785F745F}">
      <dgm:prSet/>
      <dgm:spPr/>
      <dgm:t>
        <a:bodyPr/>
        <a:lstStyle/>
        <a:p>
          <a:endParaRPr lang="en-US"/>
        </a:p>
      </dgm:t>
    </dgm:pt>
    <dgm:pt modelId="{1B48C22D-D104-4CD6-B04E-DE9552058C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Pruning reduces cost but requires many expensive experiments </a:t>
          </a:r>
          <a:endParaRPr lang="en-US"/>
        </a:p>
      </dgm:t>
    </dgm:pt>
    <dgm:pt modelId="{1DF8232E-B8F0-4110-A622-EC103A902E2D}" type="parTrans" cxnId="{E8CAE91E-D78C-4DDF-A227-905D17887743}">
      <dgm:prSet/>
      <dgm:spPr/>
      <dgm:t>
        <a:bodyPr/>
        <a:lstStyle/>
        <a:p>
          <a:endParaRPr lang="en-US"/>
        </a:p>
      </dgm:t>
    </dgm:pt>
    <dgm:pt modelId="{478D2824-7B82-496A-B6FB-A9AD719EFBB2}" type="sibTrans" cxnId="{E8CAE91E-D78C-4DDF-A227-905D17887743}">
      <dgm:prSet/>
      <dgm:spPr/>
      <dgm:t>
        <a:bodyPr/>
        <a:lstStyle/>
        <a:p>
          <a:endParaRPr lang="en-US"/>
        </a:p>
      </dgm:t>
    </dgm:pt>
    <dgm:pt modelId="{39033EC3-C954-46E0-9CC6-F634C61362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Developers lack transparent tools for trade-offs </a:t>
          </a:r>
          <a:endParaRPr lang="en-US"/>
        </a:p>
      </dgm:t>
    </dgm:pt>
    <dgm:pt modelId="{7FFB94D0-119C-44E3-8589-475DB474FE88}" type="parTrans" cxnId="{F3E76A90-2D21-4130-97E8-63D4FA599FDE}">
      <dgm:prSet/>
      <dgm:spPr/>
      <dgm:t>
        <a:bodyPr/>
        <a:lstStyle/>
        <a:p>
          <a:endParaRPr lang="en-US"/>
        </a:p>
      </dgm:t>
    </dgm:pt>
    <dgm:pt modelId="{E150337D-D8ED-4077-894B-A0CEF637FA94}" type="sibTrans" cxnId="{F3E76A90-2D21-4130-97E8-63D4FA599FDE}">
      <dgm:prSet/>
      <dgm:spPr/>
      <dgm:t>
        <a:bodyPr/>
        <a:lstStyle/>
        <a:p>
          <a:endParaRPr lang="en-US"/>
        </a:p>
      </dgm:t>
    </dgm:pt>
    <dgm:pt modelId="{D12A5509-61B5-4BDE-855F-2FC54C3BC9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Approach</a:t>
          </a:r>
          <a:r>
            <a:rPr lang="en-US" b="0" i="0" baseline="0"/>
            <a:t> </a:t>
          </a:r>
          <a:endParaRPr lang="en-US"/>
        </a:p>
      </dgm:t>
    </dgm:pt>
    <dgm:pt modelId="{AA4AEB50-65E0-47F0-A933-7AD0888F08E1}" type="parTrans" cxnId="{1B91C437-4B9F-4FAB-9C34-2FBB6FAEF757}">
      <dgm:prSet/>
      <dgm:spPr/>
      <dgm:t>
        <a:bodyPr/>
        <a:lstStyle/>
        <a:p>
          <a:endParaRPr lang="en-US"/>
        </a:p>
      </dgm:t>
    </dgm:pt>
    <dgm:pt modelId="{C81B321E-A1C8-4BE1-BCA3-52CC3BEAC278}" type="sibTrans" cxnId="{1B91C437-4B9F-4FAB-9C34-2FBB6FAEF757}">
      <dgm:prSet/>
      <dgm:spPr/>
      <dgm:t>
        <a:bodyPr/>
        <a:lstStyle/>
        <a:p>
          <a:endParaRPr lang="en-US"/>
        </a:p>
      </dgm:t>
    </dgm:pt>
    <dgm:pt modelId="{1743DAC3-D4B6-4613-98F4-8B0A8D05EE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Bayesian surrogate model predicts pruning outcomes </a:t>
          </a:r>
          <a:endParaRPr lang="en-US"/>
        </a:p>
      </dgm:t>
    </dgm:pt>
    <dgm:pt modelId="{E25A4377-5879-46CC-8551-C225AAAEDA6F}" type="parTrans" cxnId="{BAE23CBD-B79C-4902-B414-55537D5B2438}">
      <dgm:prSet/>
      <dgm:spPr/>
      <dgm:t>
        <a:bodyPr/>
        <a:lstStyle/>
        <a:p>
          <a:endParaRPr lang="en-US"/>
        </a:p>
      </dgm:t>
    </dgm:pt>
    <dgm:pt modelId="{3863524A-36A9-4215-9563-3024521831FE}" type="sibTrans" cxnId="{BAE23CBD-B79C-4902-B414-55537D5B2438}">
      <dgm:prSet/>
      <dgm:spPr/>
      <dgm:t>
        <a:bodyPr/>
        <a:lstStyle/>
        <a:p>
          <a:endParaRPr lang="en-US"/>
        </a:p>
      </dgm:t>
    </dgm:pt>
    <dgm:pt modelId="{EA3DA8B5-422A-41D7-A497-4808F661E4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Bayesian optimization reduces number of evaluations </a:t>
          </a:r>
          <a:endParaRPr lang="en-US"/>
        </a:p>
      </dgm:t>
    </dgm:pt>
    <dgm:pt modelId="{B207F2CF-42F8-4066-926C-1483E1D194C2}" type="parTrans" cxnId="{3A40D9BE-DF62-413F-918D-E1E68D061CAC}">
      <dgm:prSet/>
      <dgm:spPr/>
      <dgm:t>
        <a:bodyPr/>
        <a:lstStyle/>
        <a:p>
          <a:endParaRPr lang="en-US"/>
        </a:p>
      </dgm:t>
    </dgm:pt>
    <dgm:pt modelId="{3B83DE9F-A4C1-40A5-A7A9-34B1410D7681}" type="sibTrans" cxnId="{3A40D9BE-DF62-413F-918D-E1E68D061CAC}">
      <dgm:prSet/>
      <dgm:spPr/>
      <dgm:t>
        <a:bodyPr/>
        <a:lstStyle/>
        <a:p>
          <a:endParaRPr lang="en-US"/>
        </a:p>
      </dgm:t>
    </dgm:pt>
    <dgm:pt modelId="{FD1AD623-60AD-4F07-983E-BC4EA8B682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Integrated into sustainability dashboard </a:t>
          </a:r>
          <a:endParaRPr lang="en-US"/>
        </a:p>
      </dgm:t>
    </dgm:pt>
    <dgm:pt modelId="{701C6341-6357-4619-B014-926F26EE4BD9}" type="parTrans" cxnId="{C22CC616-3DCB-47CF-9900-E85316F137A4}">
      <dgm:prSet/>
      <dgm:spPr/>
      <dgm:t>
        <a:bodyPr/>
        <a:lstStyle/>
        <a:p>
          <a:endParaRPr lang="en-US"/>
        </a:p>
      </dgm:t>
    </dgm:pt>
    <dgm:pt modelId="{6571D9C6-DAFA-428B-95B3-DADDAC9ACB69}" type="sibTrans" cxnId="{C22CC616-3DCB-47CF-9900-E85316F137A4}">
      <dgm:prSet/>
      <dgm:spPr/>
      <dgm:t>
        <a:bodyPr/>
        <a:lstStyle/>
        <a:p>
          <a:endParaRPr lang="en-US"/>
        </a:p>
      </dgm:t>
    </dgm:pt>
    <dgm:pt modelId="{6B72134E-26D7-41B4-B4AD-F5436CF9AD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Main Research Question</a:t>
          </a:r>
          <a:r>
            <a:rPr lang="en-US" b="0" i="0" baseline="0"/>
            <a:t> </a:t>
          </a:r>
          <a:endParaRPr lang="en-US"/>
        </a:p>
      </dgm:t>
    </dgm:pt>
    <dgm:pt modelId="{2B1574C7-1B5F-4099-B4AB-BE70B1EA6D90}" type="parTrans" cxnId="{F8D031D7-9DBD-4E80-82CB-9644379BAEB5}">
      <dgm:prSet/>
      <dgm:spPr/>
      <dgm:t>
        <a:bodyPr/>
        <a:lstStyle/>
        <a:p>
          <a:endParaRPr lang="en-US"/>
        </a:p>
      </dgm:t>
    </dgm:pt>
    <dgm:pt modelId="{A51B9CB6-35D6-49D4-98F8-2C1F46F08A8F}" type="sibTrans" cxnId="{F8D031D7-9DBD-4E80-82CB-9644379BAEB5}">
      <dgm:prSet/>
      <dgm:spPr/>
      <dgm:t>
        <a:bodyPr/>
        <a:lstStyle/>
        <a:p>
          <a:endParaRPr lang="en-US"/>
        </a:p>
      </dgm:t>
    </dgm:pt>
    <dgm:pt modelId="{70B5487D-7754-47AF-821D-4A773E0127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baseline="0"/>
            <a:t>To what extent can Bayesian surrogate-based optimization guide magnitude-based pruning to reduce ecological impact while preserving performance and supporting transparent decision-making?</a:t>
          </a:r>
          <a:endParaRPr lang="en-US"/>
        </a:p>
      </dgm:t>
    </dgm:pt>
    <dgm:pt modelId="{0AAFD8D6-81D6-4584-AC4B-658760B349C4}" type="parTrans" cxnId="{777947E1-807E-4A3E-98EB-F92CA4878314}">
      <dgm:prSet/>
      <dgm:spPr/>
      <dgm:t>
        <a:bodyPr/>
        <a:lstStyle/>
        <a:p>
          <a:endParaRPr lang="en-US"/>
        </a:p>
      </dgm:t>
    </dgm:pt>
    <dgm:pt modelId="{8421036C-8633-4C02-9354-61F04024EEBA}" type="sibTrans" cxnId="{777947E1-807E-4A3E-98EB-F92CA4878314}">
      <dgm:prSet/>
      <dgm:spPr/>
      <dgm:t>
        <a:bodyPr/>
        <a:lstStyle/>
        <a:p>
          <a:endParaRPr lang="en-US"/>
        </a:p>
      </dgm:t>
    </dgm:pt>
    <dgm:pt modelId="{1089ECD8-78FC-4F0C-8779-316047457AB4}" type="pres">
      <dgm:prSet presAssocID="{513D5D97-944D-4C4E-8691-B4EC950294D0}" presName="root" presStyleCnt="0">
        <dgm:presLayoutVars>
          <dgm:dir/>
          <dgm:resizeHandles val="exact"/>
        </dgm:presLayoutVars>
      </dgm:prSet>
      <dgm:spPr/>
    </dgm:pt>
    <dgm:pt modelId="{2219F334-893A-4108-BAB7-5FA74A4B540C}" type="pres">
      <dgm:prSet presAssocID="{A06A64BF-D81A-47DC-95DB-4B16BD545E0C}" presName="compNode" presStyleCnt="0"/>
      <dgm:spPr/>
    </dgm:pt>
    <dgm:pt modelId="{B355F27B-AFFE-4AF3-9A8C-7B01D9640C3A}" type="pres">
      <dgm:prSet presAssocID="{A06A64BF-D81A-47DC-95DB-4B16BD545E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73540D9-8FF7-4DCB-B819-F846254C3282}" type="pres">
      <dgm:prSet presAssocID="{A06A64BF-D81A-47DC-95DB-4B16BD545E0C}" presName="iconSpace" presStyleCnt="0"/>
      <dgm:spPr/>
    </dgm:pt>
    <dgm:pt modelId="{3075CB73-9563-4A6E-A0A0-5A4A2EC59208}" type="pres">
      <dgm:prSet presAssocID="{A06A64BF-D81A-47DC-95DB-4B16BD545E0C}" presName="parTx" presStyleLbl="revTx" presStyleIdx="0" presStyleCnt="6">
        <dgm:presLayoutVars>
          <dgm:chMax val="0"/>
          <dgm:chPref val="0"/>
        </dgm:presLayoutVars>
      </dgm:prSet>
      <dgm:spPr/>
    </dgm:pt>
    <dgm:pt modelId="{2B46CD8C-90F5-4A25-8BB3-503D4841B33F}" type="pres">
      <dgm:prSet presAssocID="{A06A64BF-D81A-47DC-95DB-4B16BD545E0C}" presName="txSpace" presStyleCnt="0"/>
      <dgm:spPr/>
    </dgm:pt>
    <dgm:pt modelId="{60BFB5D5-27D4-4829-89A3-5A97571DCC7B}" type="pres">
      <dgm:prSet presAssocID="{A06A64BF-D81A-47DC-95DB-4B16BD545E0C}" presName="desTx" presStyleLbl="revTx" presStyleIdx="1" presStyleCnt="6">
        <dgm:presLayoutVars/>
      </dgm:prSet>
      <dgm:spPr/>
    </dgm:pt>
    <dgm:pt modelId="{BD9D9F7C-9453-4E22-BDFA-8D1C9389369F}" type="pres">
      <dgm:prSet presAssocID="{1AEF5AA0-639C-4676-B74D-1F7976151E57}" presName="sibTrans" presStyleCnt="0"/>
      <dgm:spPr/>
    </dgm:pt>
    <dgm:pt modelId="{1BAAFAA7-4E0D-424F-8982-C7871ED03298}" type="pres">
      <dgm:prSet presAssocID="{D12A5509-61B5-4BDE-855F-2FC54C3BC915}" presName="compNode" presStyleCnt="0"/>
      <dgm:spPr/>
    </dgm:pt>
    <dgm:pt modelId="{4BA3195D-AB64-47EF-9E88-7C1F7241666A}" type="pres">
      <dgm:prSet presAssocID="{D12A5509-61B5-4BDE-855F-2FC54C3BC91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1C906B6-F9DA-4B5E-AA0A-0A36A8FE1A39}" type="pres">
      <dgm:prSet presAssocID="{D12A5509-61B5-4BDE-855F-2FC54C3BC915}" presName="iconSpace" presStyleCnt="0"/>
      <dgm:spPr/>
    </dgm:pt>
    <dgm:pt modelId="{048C18D8-032A-4FAF-AE00-2ABBDE2D9CD1}" type="pres">
      <dgm:prSet presAssocID="{D12A5509-61B5-4BDE-855F-2FC54C3BC915}" presName="parTx" presStyleLbl="revTx" presStyleIdx="2" presStyleCnt="6">
        <dgm:presLayoutVars>
          <dgm:chMax val="0"/>
          <dgm:chPref val="0"/>
        </dgm:presLayoutVars>
      </dgm:prSet>
      <dgm:spPr/>
    </dgm:pt>
    <dgm:pt modelId="{D905ECD5-A48B-4DFA-B909-97C1D49FFDCD}" type="pres">
      <dgm:prSet presAssocID="{D12A5509-61B5-4BDE-855F-2FC54C3BC915}" presName="txSpace" presStyleCnt="0"/>
      <dgm:spPr/>
    </dgm:pt>
    <dgm:pt modelId="{EFB93E69-5196-46FC-AEB5-AC515DE6A211}" type="pres">
      <dgm:prSet presAssocID="{D12A5509-61B5-4BDE-855F-2FC54C3BC915}" presName="desTx" presStyleLbl="revTx" presStyleIdx="3" presStyleCnt="6">
        <dgm:presLayoutVars/>
      </dgm:prSet>
      <dgm:spPr/>
    </dgm:pt>
    <dgm:pt modelId="{D3B63534-9DA6-478D-9C17-955A8DC6EEED}" type="pres">
      <dgm:prSet presAssocID="{C81B321E-A1C8-4BE1-BCA3-52CC3BEAC278}" presName="sibTrans" presStyleCnt="0"/>
      <dgm:spPr/>
    </dgm:pt>
    <dgm:pt modelId="{63D2BB8E-3714-42C4-A690-8CF55942FCEC}" type="pres">
      <dgm:prSet presAssocID="{6B72134E-26D7-41B4-B4AD-F5436CF9AD82}" presName="compNode" presStyleCnt="0"/>
      <dgm:spPr/>
    </dgm:pt>
    <dgm:pt modelId="{DD428BCA-CE34-4791-BDB3-8C65E9966798}" type="pres">
      <dgm:prSet presAssocID="{6B72134E-26D7-41B4-B4AD-F5436CF9AD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970D7C4-B2E9-4BCF-BDB4-2E3DF5D6571D}" type="pres">
      <dgm:prSet presAssocID="{6B72134E-26D7-41B4-B4AD-F5436CF9AD82}" presName="iconSpace" presStyleCnt="0"/>
      <dgm:spPr/>
    </dgm:pt>
    <dgm:pt modelId="{14EA33EE-3BC9-474E-A606-F874365A453F}" type="pres">
      <dgm:prSet presAssocID="{6B72134E-26D7-41B4-B4AD-F5436CF9AD82}" presName="parTx" presStyleLbl="revTx" presStyleIdx="4" presStyleCnt="6">
        <dgm:presLayoutVars>
          <dgm:chMax val="0"/>
          <dgm:chPref val="0"/>
        </dgm:presLayoutVars>
      </dgm:prSet>
      <dgm:spPr/>
    </dgm:pt>
    <dgm:pt modelId="{F2008744-9ABF-4D66-922F-58A65621833F}" type="pres">
      <dgm:prSet presAssocID="{6B72134E-26D7-41B4-B4AD-F5436CF9AD82}" presName="txSpace" presStyleCnt="0"/>
      <dgm:spPr/>
    </dgm:pt>
    <dgm:pt modelId="{C1519D8A-360B-4B08-8DAE-F9BCD40CD1CF}" type="pres">
      <dgm:prSet presAssocID="{6B72134E-26D7-41B4-B4AD-F5436CF9AD82}" presName="desTx" presStyleLbl="revTx" presStyleIdx="5" presStyleCnt="6">
        <dgm:presLayoutVars/>
      </dgm:prSet>
      <dgm:spPr/>
    </dgm:pt>
  </dgm:ptLst>
  <dgm:cxnLst>
    <dgm:cxn modelId="{C22CC616-3DCB-47CF-9900-E85316F137A4}" srcId="{D12A5509-61B5-4BDE-855F-2FC54C3BC915}" destId="{FD1AD623-60AD-4F07-983E-BC4EA8B6828C}" srcOrd="2" destOrd="0" parTransId="{701C6341-6357-4619-B014-926F26EE4BD9}" sibTransId="{6571D9C6-DAFA-428B-95B3-DADDAC9ACB69}"/>
    <dgm:cxn modelId="{E8CAE91E-D78C-4DDF-A227-905D17887743}" srcId="{A06A64BF-D81A-47DC-95DB-4B16BD545E0C}" destId="{1B48C22D-D104-4CD6-B04E-DE9552058C35}" srcOrd="1" destOrd="0" parTransId="{1DF8232E-B8F0-4110-A622-EC103A902E2D}" sibTransId="{478D2824-7B82-496A-B6FB-A9AD719EFBB2}"/>
    <dgm:cxn modelId="{1B91C437-4B9F-4FAB-9C34-2FBB6FAEF757}" srcId="{513D5D97-944D-4C4E-8691-B4EC950294D0}" destId="{D12A5509-61B5-4BDE-855F-2FC54C3BC915}" srcOrd="1" destOrd="0" parTransId="{AA4AEB50-65E0-47F0-A933-7AD0888F08E1}" sibTransId="{C81B321E-A1C8-4BE1-BCA3-52CC3BEAC278}"/>
    <dgm:cxn modelId="{0A96E53F-A7F0-45D9-BE49-89B9ED11D888}" type="presOf" srcId="{174657AA-CBC5-4136-AC99-151333C06964}" destId="{60BFB5D5-27D4-4829-89A3-5A97571DCC7B}" srcOrd="0" destOrd="0" presId="urn:microsoft.com/office/officeart/2018/2/layout/IconLabelDescriptionList"/>
    <dgm:cxn modelId="{EB1A915C-B69A-4D24-9F77-362B0D0DA86C}" type="presOf" srcId="{EA3DA8B5-422A-41D7-A497-4808F661E4F8}" destId="{EFB93E69-5196-46FC-AEB5-AC515DE6A211}" srcOrd="0" destOrd="1" presId="urn:microsoft.com/office/officeart/2018/2/layout/IconLabelDescriptionList"/>
    <dgm:cxn modelId="{ABC7AC44-113B-4011-9177-10324844046A}" srcId="{513D5D97-944D-4C4E-8691-B4EC950294D0}" destId="{A06A64BF-D81A-47DC-95DB-4B16BD545E0C}" srcOrd="0" destOrd="0" parTransId="{0231C153-B1CA-41C5-9D23-C35CF276BAE5}" sibTransId="{1AEF5AA0-639C-4676-B74D-1F7976151E57}"/>
    <dgm:cxn modelId="{C5E3DA44-BDB1-49B6-8601-FCB9AB673EF3}" type="presOf" srcId="{513D5D97-944D-4C4E-8691-B4EC950294D0}" destId="{1089ECD8-78FC-4F0C-8779-316047457AB4}" srcOrd="0" destOrd="0" presId="urn:microsoft.com/office/officeart/2018/2/layout/IconLabelDescriptionList"/>
    <dgm:cxn modelId="{954F447A-763C-4E3C-9B51-02BF89087DD8}" type="presOf" srcId="{D12A5509-61B5-4BDE-855F-2FC54C3BC915}" destId="{048C18D8-032A-4FAF-AE00-2ABBDE2D9CD1}" srcOrd="0" destOrd="0" presId="urn:microsoft.com/office/officeart/2018/2/layout/IconLabelDescriptionList"/>
    <dgm:cxn modelId="{D75E965A-1937-4609-9728-CBCA84D08F66}" type="presOf" srcId="{1B48C22D-D104-4CD6-B04E-DE9552058C35}" destId="{60BFB5D5-27D4-4829-89A3-5A97571DCC7B}" srcOrd="0" destOrd="1" presId="urn:microsoft.com/office/officeart/2018/2/layout/IconLabelDescriptionList"/>
    <dgm:cxn modelId="{F09C727F-425B-4087-BD34-F3ED699A6A36}" type="presOf" srcId="{1743DAC3-D4B6-4613-98F4-8B0A8D05EE20}" destId="{EFB93E69-5196-46FC-AEB5-AC515DE6A211}" srcOrd="0" destOrd="0" presId="urn:microsoft.com/office/officeart/2018/2/layout/IconLabelDescriptionList"/>
    <dgm:cxn modelId="{16709B82-6426-4B7C-9377-59F63B735B90}" type="presOf" srcId="{70B5487D-7754-47AF-821D-4A773E0127A6}" destId="{C1519D8A-360B-4B08-8DAE-F9BCD40CD1CF}" srcOrd="0" destOrd="0" presId="urn:microsoft.com/office/officeart/2018/2/layout/IconLabelDescriptionList"/>
    <dgm:cxn modelId="{F3E76A90-2D21-4130-97E8-63D4FA599FDE}" srcId="{A06A64BF-D81A-47DC-95DB-4B16BD545E0C}" destId="{39033EC3-C954-46E0-9CC6-F634C6136243}" srcOrd="2" destOrd="0" parTransId="{7FFB94D0-119C-44E3-8589-475DB474FE88}" sibTransId="{E150337D-D8ED-4077-894B-A0CEF637FA94}"/>
    <dgm:cxn modelId="{9034A8A5-DBA0-4D0B-B301-8EBD785F745F}" srcId="{A06A64BF-D81A-47DC-95DB-4B16BD545E0C}" destId="{174657AA-CBC5-4136-AC99-151333C06964}" srcOrd="0" destOrd="0" parTransId="{A5FAA9D1-C533-405D-A19D-E21D94B5A71A}" sibTransId="{9DFD4940-EFED-4745-B24A-6FD3B620D7EB}"/>
    <dgm:cxn modelId="{BAE23CBD-B79C-4902-B414-55537D5B2438}" srcId="{D12A5509-61B5-4BDE-855F-2FC54C3BC915}" destId="{1743DAC3-D4B6-4613-98F4-8B0A8D05EE20}" srcOrd="0" destOrd="0" parTransId="{E25A4377-5879-46CC-8551-C225AAAEDA6F}" sibTransId="{3863524A-36A9-4215-9563-3024521831FE}"/>
    <dgm:cxn modelId="{3A40D9BE-DF62-413F-918D-E1E68D061CAC}" srcId="{D12A5509-61B5-4BDE-855F-2FC54C3BC915}" destId="{EA3DA8B5-422A-41D7-A497-4808F661E4F8}" srcOrd="1" destOrd="0" parTransId="{B207F2CF-42F8-4066-926C-1483E1D194C2}" sibTransId="{3B83DE9F-A4C1-40A5-A7A9-34B1410D7681}"/>
    <dgm:cxn modelId="{56D6F3C8-936B-4875-8223-0AE6614CC70B}" type="presOf" srcId="{FD1AD623-60AD-4F07-983E-BC4EA8B6828C}" destId="{EFB93E69-5196-46FC-AEB5-AC515DE6A211}" srcOrd="0" destOrd="2" presId="urn:microsoft.com/office/officeart/2018/2/layout/IconLabelDescriptionList"/>
    <dgm:cxn modelId="{F8D031D7-9DBD-4E80-82CB-9644379BAEB5}" srcId="{513D5D97-944D-4C4E-8691-B4EC950294D0}" destId="{6B72134E-26D7-41B4-B4AD-F5436CF9AD82}" srcOrd="2" destOrd="0" parTransId="{2B1574C7-1B5F-4099-B4AB-BE70B1EA6D90}" sibTransId="{A51B9CB6-35D6-49D4-98F8-2C1F46F08A8F}"/>
    <dgm:cxn modelId="{DBB2ABD8-0B5E-46B1-8F80-AB1D86AFCEEA}" type="presOf" srcId="{39033EC3-C954-46E0-9CC6-F634C6136243}" destId="{60BFB5D5-27D4-4829-89A3-5A97571DCC7B}" srcOrd="0" destOrd="2" presId="urn:microsoft.com/office/officeart/2018/2/layout/IconLabelDescriptionList"/>
    <dgm:cxn modelId="{6BBAF5DC-58FB-423A-929E-DA07BB1B599B}" type="presOf" srcId="{6B72134E-26D7-41B4-B4AD-F5436CF9AD82}" destId="{14EA33EE-3BC9-474E-A606-F874365A453F}" srcOrd="0" destOrd="0" presId="urn:microsoft.com/office/officeart/2018/2/layout/IconLabelDescriptionList"/>
    <dgm:cxn modelId="{777947E1-807E-4A3E-98EB-F92CA4878314}" srcId="{6B72134E-26D7-41B4-B4AD-F5436CF9AD82}" destId="{70B5487D-7754-47AF-821D-4A773E0127A6}" srcOrd="0" destOrd="0" parTransId="{0AAFD8D6-81D6-4584-AC4B-658760B349C4}" sibTransId="{8421036C-8633-4C02-9354-61F04024EEBA}"/>
    <dgm:cxn modelId="{34D160E2-ECDD-459D-9A4E-8AC431C5A8DD}" type="presOf" srcId="{A06A64BF-D81A-47DC-95DB-4B16BD545E0C}" destId="{3075CB73-9563-4A6E-A0A0-5A4A2EC59208}" srcOrd="0" destOrd="0" presId="urn:microsoft.com/office/officeart/2018/2/layout/IconLabelDescriptionList"/>
    <dgm:cxn modelId="{53B2AD39-A9D2-4E99-96CF-F5B064961FFB}" type="presParOf" srcId="{1089ECD8-78FC-4F0C-8779-316047457AB4}" destId="{2219F334-893A-4108-BAB7-5FA74A4B540C}" srcOrd="0" destOrd="0" presId="urn:microsoft.com/office/officeart/2018/2/layout/IconLabelDescriptionList"/>
    <dgm:cxn modelId="{E7A67F1A-9048-4FE6-AD0C-8D8EF9E0B597}" type="presParOf" srcId="{2219F334-893A-4108-BAB7-5FA74A4B540C}" destId="{B355F27B-AFFE-4AF3-9A8C-7B01D9640C3A}" srcOrd="0" destOrd="0" presId="urn:microsoft.com/office/officeart/2018/2/layout/IconLabelDescriptionList"/>
    <dgm:cxn modelId="{558B3EEF-67D2-4FB9-94A3-E828797F0ECA}" type="presParOf" srcId="{2219F334-893A-4108-BAB7-5FA74A4B540C}" destId="{173540D9-8FF7-4DCB-B819-F846254C3282}" srcOrd="1" destOrd="0" presId="urn:microsoft.com/office/officeart/2018/2/layout/IconLabelDescriptionList"/>
    <dgm:cxn modelId="{8D2252C7-FACD-4C11-8E08-FB56C53D11C7}" type="presParOf" srcId="{2219F334-893A-4108-BAB7-5FA74A4B540C}" destId="{3075CB73-9563-4A6E-A0A0-5A4A2EC59208}" srcOrd="2" destOrd="0" presId="urn:microsoft.com/office/officeart/2018/2/layout/IconLabelDescriptionList"/>
    <dgm:cxn modelId="{3BE2D304-AF9D-4BBB-AF45-D082C9B85112}" type="presParOf" srcId="{2219F334-893A-4108-BAB7-5FA74A4B540C}" destId="{2B46CD8C-90F5-4A25-8BB3-503D4841B33F}" srcOrd="3" destOrd="0" presId="urn:microsoft.com/office/officeart/2018/2/layout/IconLabelDescriptionList"/>
    <dgm:cxn modelId="{DEABC8B4-2728-474D-9B17-1E9A50F25A7A}" type="presParOf" srcId="{2219F334-893A-4108-BAB7-5FA74A4B540C}" destId="{60BFB5D5-27D4-4829-89A3-5A97571DCC7B}" srcOrd="4" destOrd="0" presId="urn:microsoft.com/office/officeart/2018/2/layout/IconLabelDescriptionList"/>
    <dgm:cxn modelId="{9787ED4F-2F3C-495A-ADA9-A88ECD7A4CCB}" type="presParOf" srcId="{1089ECD8-78FC-4F0C-8779-316047457AB4}" destId="{BD9D9F7C-9453-4E22-BDFA-8D1C9389369F}" srcOrd="1" destOrd="0" presId="urn:microsoft.com/office/officeart/2018/2/layout/IconLabelDescriptionList"/>
    <dgm:cxn modelId="{8A6D67BA-1458-40C7-95F5-2CD8C9069548}" type="presParOf" srcId="{1089ECD8-78FC-4F0C-8779-316047457AB4}" destId="{1BAAFAA7-4E0D-424F-8982-C7871ED03298}" srcOrd="2" destOrd="0" presId="urn:microsoft.com/office/officeart/2018/2/layout/IconLabelDescriptionList"/>
    <dgm:cxn modelId="{B962C073-9814-4315-B354-5E3C625B73D3}" type="presParOf" srcId="{1BAAFAA7-4E0D-424F-8982-C7871ED03298}" destId="{4BA3195D-AB64-47EF-9E88-7C1F7241666A}" srcOrd="0" destOrd="0" presId="urn:microsoft.com/office/officeart/2018/2/layout/IconLabelDescriptionList"/>
    <dgm:cxn modelId="{858A3705-CF15-41BA-88B2-0341579CCEBD}" type="presParOf" srcId="{1BAAFAA7-4E0D-424F-8982-C7871ED03298}" destId="{61C906B6-F9DA-4B5E-AA0A-0A36A8FE1A39}" srcOrd="1" destOrd="0" presId="urn:microsoft.com/office/officeart/2018/2/layout/IconLabelDescriptionList"/>
    <dgm:cxn modelId="{C5823320-150E-42F6-964F-A1D04B558C24}" type="presParOf" srcId="{1BAAFAA7-4E0D-424F-8982-C7871ED03298}" destId="{048C18D8-032A-4FAF-AE00-2ABBDE2D9CD1}" srcOrd="2" destOrd="0" presId="urn:microsoft.com/office/officeart/2018/2/layout/IconLabelDescriptionList"/>
    <dgm:cxn modelId="{66201D59-EE84-4DC3-B2E4-84C945F00759}" type="presParOf" srcId="{1BAAFAA7-4E0D-424F-8982-C7871ED03298}" destId="{D905ECD5-A48B-4DFA-B909-97C1D49FFDCD}" srcOrd="3" destOrd="0" presId="urn:microsoft.com/office/officeart/2018/2/layout/IconLabelDescriptionList"/>
    <dgm:cxn modelId="{2404BEC8-1346-4AF9-B359-3A3F76A48C14}" type="presParOf" srcId="{1BAAFAA7-4E0D-424F-8982-C7871ED03298}" destId="{EFB93E69-5196-46FC-AEB5-AC515DE6A211}" srcOrd="4" destOrd="0" presId="urn:microsoft.com/office/officeart/2018/2/layout/IconLabelDescriptionList"/>
    <dgm:cxn modelId="{2573377A-7602-4FD9-8DAB-9AB4AAE20635}" type="presParOf" srcId="{1089ECD8-78FC-4F0C-8779-316047457AB4}" destId="{D3B63534-9DA6-478D-9C17-955A8DC6EEED}" srcOrd="3" destOrd="0" presId="urn:microsoft.com/office/officeart/2018/2/layout/IconLabelDescriptionList"/>
    <dgm:cxn modelId="{0D43AE07-5FC7-4351-8048-621EFEF77C9A}" type="presParOf" srcId="{1089ECD8-78FC-4F0C-8779-316047457AB4}" destId="{63D2BB8E-3714-42C4-A690-8CF55942FCEC}" srcOrd="4" destOrd="0" presId="urn:microsoft.com/office/officeart/2018/2/layout/IconLabelDescriptionList"/>
    <dgm:cxn modelId="{3C7E14B8-0788-4E06-AFE2-841C9D13BAB2}" type="presParOf" srcId="{63D2BB8E-3714-42C4-A690-8CF55942FCEC}" destId="{DD428BCA-CE34-4791-BDB3-8C65E9966798}" srcOrd="0" destOrd="0" presId="urn:microsoft.com/office/officeart/2018/2/layout/IconLabelDescriptionList"/>
    <dgm:cxn modelId="{0056F717-75B4-4333-A90F-38A903A236FB}" type="presParOf" srcId="{63D2BB8E-3714-42C4-A690-8CF55942FCEC}" destId="{4970D7C4-B2E9-4BCF-BDB4-2E3DF5D6571D}" srcOrd="1" destOrd="0" presId="urn:microsoft.com/office/officeart/2018/2/layout/IconLabelDescriptionList"/>
    <dgm:cxn modelId="{933D67AC-E0EE-4987-B9C8-1C0052DFC7CC}" type="presParOf" srcId="{63D2BB8E-3714-42C4-A690-8CF55942FCEC}" destId="{14EA33EE-3BC9-474E-A606-F874365A453F}" srcOrd="2" destOrd="0" presId="urn:microsoft.com/office/officeart/2018/2/layout/IconLabelDescriptionList"/>
    <dgm:cxn modelId="{95E764A2-AED9-4337-AE63-8DE748DFAC2A}" type="presParOf" srcId="{63D2BB8E-3714-42C4-A690-8CF55942FCEC}" destId="{F2008744-9ABF-4D66-922F-58A65621833F}" srcOrd="3" destOrd="0" presId="urn:microsoft.com/office/officeart/2018/2/layout/IconLabelDescriptionList"/>
    <dgm:cxn modelId="{0186979A-9CAF-4DE8-841F-C89EF5D6CCC3}" type="presParOf" srcId="{63D2BB8E-3714-42C4-A690-8CF55942FCEC}" destId="{C1519D8A-360B-4B08-8DAE-F9BCD40CD1C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AB224E-A403-4F13-8F29-332FD883662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241253-828C-4877-BE80-2FC107FF07A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1. Iteration 1 – Core Flow</a:t>
          </a:r>
          <a:endParaRPr lang="en-US"/>
        </a:p>
      </dgm:t>
    </dgm:pt>
    <dgm:pt modelId="{9498B9B4-4F0D-4D2B-839B-5114902DB928}" type="parTrans" cxnId="{9458E09F-10E2-4DE3-8114-24A63F83DA92}">
      <dgm:prSet/>
      <dgm:spPr/>
      <dgm:t>
        <a:bodyPr/>
        <a:lstStyle/>
        <a:p>
          <a:endParaRPr lang="en-US"/>
        </a:p>
      </dgm:t>
    </dgm:pt>
    <dgm:pt modelId="{F09C3634-271E-41D7-97B3-A6F550FE0262}" type="sibTrans" cxnId="{9458E09F-10E2-4DE3-8114-24A63F83DA92}">
      <dgm:prSet/>
      <dgm:spPr/>
      <dgm:t>
        <a:bodyPr/>
        <a:lstStyle/>
        <a:p>
          <a:endParaRPr lang="en-US"/>
        </a:p>
      </dgm:t>
    </dgm:pt>
    <dgm:pt modelId="{BF94C90B-6E77-49DF-925C-9EF8AD7C9F0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What: usability + basic understanding </a:t>
          </a:r>
          <a:endParaRPr lang="en-US" dirty="0"/>
        </a:p>
      </dgm:t>
    </dgm:pt>
    <dgm:pt modelId="{64449573-6052-424C-807C-B401B323666B}" type="parTrans" cxnId="{B1190CEC-9B7E-44D5-B4DC-2477DAD3FA89}">
      <dgm:prSet/>
      <dgm:spPr/>
      <dgm:t>
        <a:bodyPr/>
        <a:lstStyle/>
        <a:p>
          <a:endParaRPr lang="en-US"/>
        </a:p>
      </dgm:t>
    </dgm:pt>
    <dgm:pt modelId="{7B37593D-BE34-4940-9714-969D9E08E3D8}" type="sibTrans" cxnId="{B1190CEC-9B7E-44D5-B4DC-2477DAD3FA89}">
      <dgm:prSet/>
      <dgm:spPr/>
      <dgm:t>
        <a:bodyPr/>
        <a:lstStyle/>
        <a:p>
          <a:endParaRPr lang="en-US"/>
        </a:p>
      </dgm:t>
    </dgm:pt>
    <dgm:pt modelId="{06F8611C-710B-481F-A860-944DCE4EDA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Who: peers </a:t>
          </a:r>
          <a:endParaRPr lang="en-US" dirty="0"/>
        </a:p>
      </dgm:t>
    </dgm:pt>
    <dgm:pt modelId="{7407EFA7-1A21-4385-8ABA-7E0D95ADCA22}" type="parTrans" cxnId="{3BF88232-3268-4E96-B58E-4FD4384E71BE}">
      <dgm:prSet/>
      <dgm:spPr/>
      <dgm:t>
        <a:bodyPr/>
        <a:lstStyle/>
        <a:p>
          <a:endParaRPr lang="en-US"/>
        </a:p>
      </dgm:t>
    </dgm:pt>
    <dgm:pt modelId="{BF31A929-F48A-413F-80B4-D4858310AD70}" type="sibTrans" cxnId="{3BF88232-3268-4E96-B58E-4FD4384E71BE}">
      <dgm:prSet/>
      <dgm:spPr/>
      <dgm:t>
        <a:bodyPr/>
        <a:lstStyle/>
        <a:p>
          <a:endParaRPr lang="en-US"/>
        </a:p>
      </dgm:t>
    </dgm:pt>
    <dgm:pt modelId="{4008840E-736D-4372-8FC6-FC434F4E84C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How: think-aloud usability test </a:t>
          </a:r>
          <a:endParaRPr lang="en-US"/>
        </a:p>
      </dgm:t>
    </dgm:pt>
    <dgm:pt modelId="{B5EF1132-A9B1-4BFE-A6FD-26EBDCE2ABAA}" type="parTrans" cxnId="{24D77933-2209-42CF-822A-480E515E6AF1}">
      <dgm:prSet/>
      <dgm:spPr/>
      <dgm:t>
        <a:bodyPr/>
        <a:lstStyle/>
        <a:p>
          <a:endParaRPr lang="en-US"/>
        </a:p>
      </dgm:t>
    </dgm:pt>
    <dgm:pt modelId="{B0F5A457-3948-4174-A0EF-56006390696F}" type="sibTrans" cxnId="{24D77933-2209-42CF-822A-480E515E6AF1}">
      <dgm:prSet/>
      <dgm:spPr/>
      <dgm:t>
        <a:bodyPr/>
        <a:lstStyle/>
        <a:p>
          <a:endParaRPr lang="en-US"/>
        </a:p>
      </dgm:t>
    </dgm:pt>
    <dgm:pt modelId="{FD4230F5-4C25-46D2-91D6-12EC073FAF4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2. Iteration 2 – Decision Support</a:t>
          </a:r>
          <a:endParaRPr lang="en-US"/>
        </a:p>
      </dgm:t>
    </dgm:pt>
    <dgm:pt modelId="{936785A4-18F0-40C3-A3B6-0090C8BF9200}" type="parTrans" cxnId="{84EF9BE2-501B-4343-A72D-C204B5536A24}">
      <dgm:prSet/>
      <dgm:spPr/>
      <dgm:t>
        <a:bodyPr/>
        <a:lstStyle/>
        <a:p>
          <a:endParaRPr lang="en-US"/>
        </a:p>
      </dgm:t>
    </dgm:pt>
    <dgm:pt modelId="{0AFCDD04-9A60-4607-8152-BCB6E75E0268}" type="sibTrans" cxnId="{84EF9BE2-501B-4343-A72D-C204B5536A24}">
      <dgm:prSet/>
      <dgm:spPr/>
      <dgm:t>
        <a:bodyPr/>
        <a:lstStyle/>
        <a:p>
          <a:endParaRPr lang="en-US"/>
        </a:p>
      </dgm:t>
    </dgm:pt>
    <dgm:pt modelId="{53B78490-021C-4A7C-AE4B-82D1EC00515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What: predictions, uncertainty, decisions, UX </a:t>
          </a:r>
          <a:endParaRPr lang="en-US" dirty="0"/>
        </a:p>
      </dgm:t>
    </dgm:pt>
    <dgm:pt modelId="{9B07188B-08EE-49D5-817B-41F2A9A65608}" type="parTrans" cxnId="{BDC70824-23B4-409E-B7EF-5B9A2CBDB22E}">
      <dgm:prSet/>
      <dgm:spPr/>
      <dgm:t>
        <a:bodyPr/>
        <a:lstStyle/>
        <a:p>
          <a:endParaRPr lang="en-US"/>
        </a:p>
      </dgm:t>
    </dgm:pt>
    <dgm:pt modelId="{CD894C2C-BF8B-448C-B173-1BED0AEB5E04}" type="sibTrans" cxnId="{BDC70824-23B4-409E-B7EF-5B9A2CBDB22E}">
      <dgm:prSet/>
      <dgm:spPr/>
      <dgm:t>
        <a:bodyPr/>
        <a:lstStyle/>
        <a:p>
          <a:endParaRPr lang="en-US"/>
        </a:p>
      </dgm:t>
    </dgm:pt>
    <dgm:pt modelId="{02B2F3D3-86D9-45A9-A7C8-57AA35F9480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Who: UX designers</a:t>
          </a:r>
          <a:endParaRPr lang="en-US" dirty="0"/>
        </a:p>
      </dgm:t>
    </dgm:pt>
    <dgm:pt modelId="{81751A7B-8174-4E05-83F7-9C3DFE5A6FFE}" type="parTrans" cxnId="{82D89412-1CFD-406F-BF10-153109EC515F}">
      <dgm:prSet/>
      <dgm:spPr/>
      <dgm:t>
        <a:bodyPr/>
        <a:lstStyle/>
        <a:p>
          <a:endParaRPr lang="en-US"/>
        </a:p>
      </dgm:t>
    </dgm:pt>
    <dgm:pt modelId="{9B5D1F76-BC60-4330-9076-D981F7F3D245}" type="sibTrans" cxnId="{82D89412-1CFD-406F-BF10-153109EC515F}">
      <dgm:prSet/>
      <dgm:spPr/>
      <dgm:t>
        <a:bodyPr/>
        <a:lstStyle/>
        <a:p>
          <a:endParaRPr lang="en-US"/>
        </a:p>
      </dgm:t>
    </dgm:pt>
    <dgm:pt modelId="{CD4C90EB-3DD6-4744-BD8A-BF529F232AF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How: scenario-based tasks </a:t>
          </a:r>
          <a:endParaRPr lang="en-US"/>
        </a:p>
      </dgm:t>
    </dgm:pt>
    <dgm:pt modelId="{E2C77AB0-B720-4417-AE9C-B8549987F0A9}" type="parTrans" cxnId="{AF5C83AD-9F1A-4218-A9FF-DC4D5B2E9FF1}">
      <dgm:prSet/>
      <dgm:spPr/>
      <dgm:t>
        <a:bodyPr/>
        <a:lstStyle/>
        <a:p>
          <a:endParaRPr lang="en-US"/>
        </a:p>
      </dgm:t>
    </dgm:pt>
    <dgm:pt modelId="{80112E0D-0264-417A-A8B9-C8BC39EB86F3}" type="sibTrans" cxnId="{AF5C83AD-9F1A-4218-A9FF-DC4D5B2E9FF1}">
      <dgm:prSet/>
      <dgm:spPr/>
      <dgm:t>
        <a:bodyPr/>
        <a:lstStyle/>
        <a:p>
          <a:endParaRPr lang="en-US"/>
        </a:p>
      </dgm:t>
    </dgm:pt>
    <dgm:pt modelId="{49666402-05D8-4A5C-AE0A-72F5B9E5F0D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3. Iteration 3 – Final Validation</a:t>
          </a:r>
          <a:endParaRPr lang="en-US"/>
        </a:p>
      </dgm:t>
    </dgm:pt>
    <dgm:pt modelId="{9056CA2C-FB11-426A-8144-A3638D07EF05}" type="parTrans" cxnId="{E49F7BEC-C942-42D4-9B50-4FB4F395886E}">
      <dgm:prSet/>
      <dgm:spPr/>
      <dgm:t>
        <a:bodyPr/>
        <a:lstStyle/>
        <a:p>
          <a:endParaRPr lang="en-US"/>
        </a:p>
      </dgm:t>
    </dgm:pt>
    <dgm:pt modelId="{02ECC78B-5B87-4D11-9162-AE11F176906C}" type="sibTrans" cxnId="{E49F7BEC-C942-42D4-9B50-4FB4F395886E}">
      <dgm:prSet/>
      <dgm:spPr/>
      <dgm:t>
        <a:bodyPr/>
        <a:lstStyle/>
        <a:p>
          <a:endParaRPr lang="en-US"/>
        </a:p>
      </dgm:t>
    </dgm:pt>
    <dgm:pt modelId="{5D24F97B-1B6C-471A-BE9C-62355974C83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What: full workflow + errors + usefulness </a:t>
          </a:r>
          <a:endParaRPr lang="en-US"/>
        </a:p>
      </dgm:t>
    </dgm:pt>
    <dgm:pt modelId="{25123718-5DFA-4953-8743-277DB4B036E3}" type="parTrans" cxnId="{3DA0E633-4D73-4CA7-BA53-CB2C6F3C5E11}">
      <dgm:prSet/>
      <dgm:spPr/>
      <dgm:t>
        <a:bodyPr/>
        <a:lstStyle/>
        <a:p>
          <a:endParaRPr lang="en-US"/>
        </a:p>
      </dgm:t>
    </dgm:pt>
    <dgm:pt modelId="{3839DC8D-198A-48E3-A3F7-03B027389003}" type="sibTrans" cxnId="{3DA0E633-4D73-4CA7-BA53-CB2C6F3C5E11}">
      <dgm:prSet/>
      <dgm:spPr/>
      <dgm:t>
        <a:bodyPr/>
        <a:lstStyle/>
        <a:p>
          <a:endParaRPr lang="en-US"/>
        </a:p>
      </dgm:t>
    </dgm:pt>
    <dgm:pt modelId="{6953F134-8146-435C-A601-4D268ADDE55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Who: stakeholders </a:t>
          </a:r>
          <a:endParaRPr lang="en-US"/>
        </a:p>
      </dgm:t>
    </dgm:pt>
    <dgm:pt modelId="{1D10BA74-1931-4F0D-989D-6E661B222208}" type="parTrans" cxnId="{07B1EC0C-50EB-4FA6-9692-7DB2EA9EB475}">
      <dgm:prSet/>
      <dgm:spPr/>
      <dgm:t>
        <a:bodyPr/>
        <a:lstStyle/>
        <a:p>
          <a:endParaRPr lang="en-US"/>
        </a:p>
      </dgm:t>
    </dgm:pt>
    <dgm:pt modelId="{F66A0B69-B1B1-4FFA-853D-B21EE60B2C42}" type="sibTrans" cxnId="{07B1EC0C-50EB-4FA6-9692-7DB2EA9EB475}">
      <dgm:prSet/>
      <dgm:spPr/>
      <dgm:t>
        <a:bodyPr/>
        <a:lstStyle/>
        <a:p>
          <a:endParaRPr lang="en-US"/>
        </a:p>
      </dgm:t>
    </dgm:pt>
    <dgm:pt modelId="{85B5E2B1-3F2D-4AB1-8FA5-B35AE360FF9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How: end-to-end testing + discussion </a:t>
          </a:r>
          <a:endParaRPr lang="en-US"/>
        </a:p>
      </dgm:t>
    </dgm:pt>
    <dgm:pt modelId="{58F02EDF-5ABB-4204-82F9-C74036AE5E2C}" type="parTrans" cxnId="{B3DD868C-3D96-4028-952F-77EF4B87A622}">
      <dgm:prSet/>
      <dgm:spPr/>
      <dgm:t>
        <a:bodyPr/>
        <a:lstStyle/>
        <a:p>
          <a:endParaRPr lang="en-US"/>
        </a:p>
      </dgm:t>
    </dgm:pt>
    <dgm:pt modelId="{88F56B60-C812-42CF-9907-9CDBADC3F18F}" type="sibTrans" cxnId="{B3DD868C-3D96-4028-952F-77EF4B87A622}">
      <dgm:prSet/>
      <dgm:spPr/>
      <dgm:t>
        <a:bodyPr/>
        <a:lstStyle/>
        <a:p>
          <a:endParaRPr lang="en-US"/>
        </a:p>
      </dgm:t>
    </dgm:pt>
    <dgm:pt modelId="{CD565C0F-A939-49DB-AC32-0092090CD89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4. Metric Survey</a:t>
          </a:r>
          <a:endParaRPr lang="en-US"/>
        </a:p>
      </dgm:t>
    </dgm:pt>
    <dgm:pt modelId="{212BA5A0-F927-47A6-A19E-806E0E2E4701}" type="parTrans" cxnId="{1C66C571-597E-44AD-98CD-C01C3005BD0D}">
      <dgm:prSet/>
      <dgm:spPr/>
      <dgm:t>
        <a:bodyPr/>
        <a:lstStyle/>
        <a:p>
          <a:endParaRPr lang="en-US"/>
        </a:p>
      </dgm:t>
    </dgm:pt>
    <dgm:pt modelId="{CECA3AC8-61E2-412F-A4CE-CC92C643237E}" type="sibTrans" cxnId="{1C66C571-597E-44AD-98CD-C01C3005BD0D}">
      <dgm:prSet/>
      <dgm:spPr/>
      <dgm:t>
        <a:bodyPr/>
        <a:lstStyle/>
        <a:p>
          <a:endParaRPr lang="en-US"/>
        </a:p>
      </dgm:t>
    </dgm:pt>
    <dgm:pt modelId="{814FBE5D-574C-4F1C-A1DF-3AF30200013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What: understanding of sustainability metrics </a:t>
          </a:r>
          <a:endParaRPr lang="en-US" dirty="0"/>
        </a:p>
      </dgm:t>
    </dgm:pt>
    <dgm:pt modelId="{6E033E97-7850-4E3C-B6B2-EC4C59A8264A}" type="parTrans" cxnId="{580A80F0-E2B8-4E09-A67D-AA094812F971}">
      <dgm:prSet/>
      <dgm:spPr/>
      <dgm:t>
        <a:bodyPr/>
        <a:lstStyle/>
        <a:p>
          <a:endParaRPr lang="en-US"/>
        </a:p>
      </dgm:t>
    </dgm:pt>
    <dgm:pt modelId="{E72F7AF0-8E2E-47CD-8CFA-B407FE5380CE}" type="sibTrans" cxnId="{580A80F0-E2B8-4E09-A67D-AA094812F971}">
      <dgm:prSet/>
      <dgm:spPr/>
      <dgm:t>
        <a:bodyPr/>
        <a:lstStyle/>
        <a:p>
          <a:endParaRPr lang="en-US"/>
        </a:p>
      </dgm:t>
    </dgm:pt>
    <dgm:pt modelId="{6D14BE6C-8199-496D-A990-5F55AF8AA84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Who: stakeholders, UX designers, engineers</a:t>
          </a:r>
          <a:endParaRPr lang="en-US" dirty="0"/>
        </a:p>
      </dgm:t>
    </dgm:pt>
    <dgm:pt modelId="{F87AE883-E940-4C07-84A4-A4DECB84EF79}" type="parTrans" cxnId="{B0DD3D00-A2AD-4F74-936B-71779C5DC38A}">
      <dgm:prSet/>
      <dgm:spPr/>
      <dgm:t>
        <a:bodyPr/>
        <a:lstStyle/>
        <a:p>
          <a:endParaRPr lang="en-US"/>
        </a:p>
      </dgm:t>
    </dgm:pt>
    <dgm:pt modelId="{2E8B7232-9C9F-4BE9-A433-B318FCA31CD0}" type="sibTrans" cxnId="{B0DD3D00-A2AD-4F74-936B-71779C5DC38A}">
      <dgm:prSet/>
      <dgm:spPr/>
      <dgm:t>
        <a:bodyPr/>
        <a:lstStyle/>
        <a:p>
          <a:endParaRPr lang="en-US"/>
        </a:p>
      </dgm:t>
    </dgm:pt>
    <dgm:pt modelId="{5F7D547E-B95D-4512-8E26-B3CC8062FDB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How: compare visualizations (survey)</a:t>
          </a:r>
          <a:endParaRPr lang="en-US"/>
        </a:p>
      </dgm:t>
    </dgm:pt>
    <dgm:pt modelId="{04BE555D-E0F7-4509-AC09-1BEFCA713C36}" type="parTrans" cxnId="{F57735B7-FF72-40A3-87CB-6C50F72E3DE3}">
      <dgm:prSet/>
      <dgm:spPr/>
      <dgm:t>
        <a:bodyPr/>
        <a:lstStyle/>
        <a:p>
          <a:endParaRPr lang="en-US"/>
        </a:p>
      </dgm:t>
    </dgm:pt>
    <dgm:pt modelId="{11E6E25D-25E2-4B5B-8634-CF20B515BCC6}" type="sibTrans" cxnId="{F57735B7-FF72-40A3-87CB-6C50F72E3DE3}">
      <dgm:prSet/>
      <dgm:spPr/>
      <dgm:t>
        <a:bodyPr/>
        <a:lstStyle/>
        <a:p>
          <a:endParaRPr lang="en-US"/>
        </a:p>
      </dgm:t>
    </dgm:pt>
    <dgm:pt modelId="{8328AA12-0DDF-4B7E-AF23-ACE3C133F4F9}" type="pres">
      <dgm:prSet presAssocID="{57AB224E-A403-4F13-8F29-332FD8836626}" presName="root" presStyleCnt="0">
        <dgm:presLayoutVars>
          <dgm:dir/>
          <dgm:resizeHandles val="exact"/>
        </dgm:presLayoutVars>
      </dgm:prSet>
      <dgm:spPr/>
    </dgm:pt>
    <dgm:pt modelId="{4FD0F5E3-66B8-4D51-BC21-7DF15779769A}" type="pres">
      <dgm:prSet presAssocID="{CA241253-828C-4877-BE80-2FC107FF07A0}" presName="compNode" presStyleCnt="0"/>
      <dgm:spPr/>
    </dgm:pt>
    <dgm:pt modelId="{6065BFB9-BBC8-48C7-A28E-309BDAEC246A}" type="pres">
      <dgm:prSet presAssocID="{CA241253-828C-4877-BE80-2FC107FF07A0}" presName="bgRect" presStyleLbl="bgShp" presStyleIdx="0" presStyleCnt="4"/>
      <dgm:spPr/>
    </dgm:pt>
    <dgm:pt modelId="{927AA632-DF8B-41B2-BB4C-6D7FC6A5D096}" type="pres">
      <dgm:prSet presAssocID="{CA241253-828C-4877-BE80-2FC107FF07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21A0287-AE57-4A60-9A8F-0E1804FA336E}" type="pres">
      <dgm:prSet presAssocID="{CA241253-828C-4877-BE80-2FC107FF07A0}" presName="spaceRect" presStyleCnt="0"/>
      <dgm:spPr/>
    </dgm:pt>
    <dgm:pt modelId="{F8024CA7-1999-481B-B559-2550243A6D07}" type="pres">
      <dgm:prSet presAssocID="{CA241253-828C-4877-BE80-2FC107FF07A0}" presName="parTx" presStyleLbl="revTx" presStyleIdx="0" presStyleCnt="8">
        <dgm:presLayoutVars>
          <dgm:chMax val="0"/>
          <dgm:chPref val="0"/>
        </dgm:presLayoutVars>
      </dgm:prSet>
      <dgm:spPr/>
    </dgm:pt>
    <dgm:pt modelId="{F69097B0-F129-4460-9EEB-1CF4B454E205}" type="pres">
      <dgm:prSet presAssocID="{CA241253-828C-4877-BE80-2FC107FF07A0}" presName="desTx" presStyleLbl="revTx" presStyleIdx="1" presStyleCnt="8">
        <dgm:presLayoutVars/>
      </dgm:prSet>
      <dgm:spPr/>
    </dgm:pt>
    <dgm:pt modelId="{0D57D760-9B80-4AED-9709-3828F0F1AF08}" type="pres">
      <dgm:prSet presAssocID="{F09C3634-271E-41D7-97B3-A6F550FE0262}" presName="sibTrans" presStyleCnt="0"/>
      <dgm:spPr/>
    </dgm:pt>
    <dgm:pt modelId="{21FED633-A674-4D62-882D-16DC732CB479}" type="pres">
      <dgm:prSet presAssocID="{FD4230F5-4C25-46D2-91D6-12EC073FAF4A}" presName="compNode" presStyleCnt="0"/>
      <dgm:spPr/>
    </dgm:pt>
    <dgm:pt modelId="{1F9A6EC1-E17A-44C7-8911-DA2F11E576BA}" type="pres">
      <dgm:prSet presAssocID="{FD4230F5-4C25-46D2-91D6-12EC073FAF4A}" presName="bgRect" presStyleLbl="bgShp" presStyleIdx="1" presStyleCnt="4"/>
      <dgm:spPr/>
    </dgm:pt>
    <dgm:pt modelId="{4F0D068E-5FBA-4A2A-AE67-22C40D55941D}" type="pres">
      <dgm:prSet presAssocID="{FD4230F5-4C25-46D2-91D6-12EC073FAF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95DB33A1-F631-4312-811C-7BC7E070BE2F}" type="pres">
      <dgm:prSet presAssocID="{FD4230F5-4C25-46D2-91D6-12EC073FAF4A}" presName="spaceRect" presStyleCnt="0"/>
      <dgm:spPr/>
    </dgm:pt>
    <dgm:pt modelId="{96F76D73-00D7-4098-8196-EF93B60832C9}" type="pres">
      <dgm:prSet presAssocID="{FD4230F5-4C25-46D2-91D6-12EC073FAF4A}" presName="parTx" presStyleLbl="revTx" presStyleIdx="2" presStyleCnt="8">
        <dgm:presLayoutVars>
          <dgm:chMax val="0"/>
          <dgm:chPref val="0"/>
        </dgm:presLayoutVars>
      </dgm:prSet>
      <dgm:spPr/>
    </dgm:pt>
    <dgm:pt modelId="{4D4AAD58-ED7E-469B-BB8D-038A6FAAE469}" type="pres">
      <dgm:prSet presAssocID="{FD4230F5-4C25-46D2-91D6-12EC073FAF4A}" presName="desTx" presStyleLbl="revTx" presStyleIdx="3" presStyleCnt="8">
        <dgm:presLayoutVars/>
      </dgm:prSet>
      <dgm:spPr/>
    </dgm:pt>
    <dgm:pt modelId="{72555C88-80B4-4224-B81E-0C02B1FE6AF4}" type="pres">
      <dgm:prSet presAssocID="{0AFCDD04-9A60-4607-8152-BCB6E75E0268}" presName="sibTrans" presStyleCnt="0"/>
      <dgm:spPr/>
    </dgm:pt>
    <dgm:pt modelId="{DF4D15E4-990C-46CF-B282-2F0D191C0416}" type="pres">
      <dgm:prSet presAssocID="{49666402-05D8-4A5C-AE0A-72F5B9E5F0D9}" presName="compNode" presStyleCnt="0"/>
      <dgm:spPr/>
    </dgm:pt>
    <dgm:pt modelId="{74A011EB-4DB6-407C-90D8-8CCAFDE4431F}" type="pres">
      <dgm:prSet presAssocID="{49666402-05D8-4A5C-AE0A-72F5B9E5F0D9}" presName="bgRect" presStyleLbl="bgShp" presStyleIdx="2" presStyleCnt="4"/>
      <dgm:spPr/>
    </dgm:pt>
    <dgm:pt modelId="{2CA9CA32-4EF8-4E59-B8DA-D7140EF94B81}" type="pres">
      <dgm:prSet presAssocID="{49666402-05D8-4A5C-AE0A-72F5B9E5F0D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02536FA5-AB2A-4169-B443-DC6D63062D14}" type="pres">
      <dgm:prSet presAssocID="{49666402-05D8-4A5C-AE0A-72F5B9E5F0D9}" presName="spaceRect" presStyleCnt="0"/>
      <dgm:spPr/>
    </dgm:pt>
    <dgm:pt modelId="{CD078E32-0BD1-43CA-BB95-11DFDDE23A38}" type="pres">
      <dgm:prSet presAssocID="{49666402-05D8-4A5C-AE0A-72F5B9E5F0D9}" presName="parTx" presStyleLbl="revTx" presStyleIdx="4" presStyleCnt="8">
        <dgm:presLayoutVars>
          <dgm:chMax val="0"/>
          <dgm:chPref val="0"/>
        </dgm:presLayoutVars>
      </dgm:prSet>
      <dgm:spPr/>
    </dgm:pt>
    <dgm:pt modelId="{CF1AE17D-2609-436A-A690-7BC0829BF3A0}" type="pres">
      <dgm:prSet presAssocID="{49666402-05D8-4A5C-AE0A-72F5B9E5F0D9}" presName="desTx" presStyleLbl="revTx" presStyleIdx="5" presStyleCnt="8">
        <dgm:presLayoutVars/>
      </dgm:prSet>
      <dgm:spPr/>
    </dgm:pt>
    <dgm:pt modelId="{2ECF6071-CE95-4177-9913-53A180E3F5F4}" type="pres">
      <dgm:prSet presAssocID="{02ECC78B-5B87-4D11-9162-AE11F176906C}" presName="sibTrans" presStyleCnt="0"/>
      <dgm:spPr/>
    </dgm:pt>
    <dgm:pt modelId="{E4087E3E-967A-4B59-BBDE-2902C95ABDDE}" type="pres">
      <dgm:prSet presAssocID="{CD565C0F-A939-49DB-AC32-0092090CD89E}" presName="compNode" presStyleCnt="0"/>
      <dgm:spPr/>
    </dgm:pt>
    <dgm:pt modelId="{326DAA31-F025-4A69-8C9C-1E292E07BDDA}" type="pres">
      <dgm:prSet presAssocID="{CD565C0F-A939-49DB-AC32-0092090CD89E}" presName="bgRect" presStyleLbl="bgShp" presStyleIdx="3" presStyleCnt="4"/>
      <dgm:spPr/>
    </dgm:pt>
    <dgm:pt modelId="{DBE152F0-79F7-4835-A433-FF09FFCC21F9}" type="pres">
      <dgm:prSet presAssocID="{CD565C0F-A939-49DB-AC32-0092090CD8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7E47F063-7110-421C-9C71-C587D0C50160}" type="pres">
      <dgm:prSet presAssocID="{CD565C0F-A939-49DB-AC32-0092090CD89E}" presName="spaceRect" presStyleCnt="0"/>
      <dgm:spPr/>
    </dgm:pt>
    <dgm:pt modelId="{19EFFE37-6734-48EB-8AD2-28B050A047B5}" type="pres">
      <dgm:prSet presAssocID="{CD565C0F-A939-49DB-AC32-0092090CD89E}" presName="parTx" presStyleLbl="revTx" presStyleIdx="6" presStyleCnt="8">
        <dgm:presLayoutVars>
          <dgm:chMax val="0"/>
          <dgm:chPref val="0"/>
        </dgm:presLayoutVars>
      </dgm:prSet>
      <dgm:spPr/>
    </dgm:pt>
    <dgm:pt modelId="{A6E8376C-20FA-437B-BC2E-A737C8B8AE7D}" type="pres">
      <dgm:prSet presAssocID="{CD565C0F-A939-49DB-AC32-0092090CD89E}" presName="desTx" presStyleLbl="revTx" presStyleIdx="7" presStyleCnt="8">
        <dgm:presLayoutVars/>
      </dgm:prSet>
      <dgm:spPr/>
    </dgm:pt>
  </dgm:ptLst>
  <dgm:cxnLst>
    <dgm:cxn modelId="{B0DD3D00-A2AD-4F74-936B-71779C5DC38A}" srcId="{CD565C0F-A939-49DB-AC32-0092090CD89E}" destId="{6D14BE6C-8199-496D-A990-5F55AF8AA84D}" srcOrd="1" destOrd="0" parTransId="{F87AE883-E940-4C07-84A4-A4DECB84EF79}" sibTransId="{2E8B7232-9C9F-4BE9-A433-B318FCA31CD0}"/>
    <dgm:cxn modelId="{AD344F07-F8F8-4284-A6A1-AE5F64C59EAE}" type="presOf" srcId="{BF94C90B-6E77-49DF-925C-9EF8AD7C9F0B}" destId="{F69097B0-F129-4460-9EEB-1CF4B454E205}" srcOrd="0" destOrd="0" presId="urn:microsoft.com/office/officeart/2018/2/layout/IconVerticalSolidList"/>
    <dgm:cxn modelId="{07B1EC0C-50EB-4FA6-9692-7DB2EA9EB475}" srcId="{49666402-05D8-4A5C-AE0A-72F5B9E5F0D9}" destId="{6953F134-8146-435C-A601-4D268ADDE556}" srcOrd="1" destOrd="0" parTransId="{1D10BA74-1931-4F0D-989D-6E661B222208}" sibTransId="{F66A0B69-B1B1-4FFA-853D-B21EE60B2C42}"/>
    <dgm:cxn modelId="{82D89412-1CFD-406F-BF10-153109EC515F}" srcId="{FD4230F5-4C25-46D2-91D6-12EC073FAF4A}" destId="{02B2F3D3-86D9-45A9-A7C8-57AA35F94800}" srcOrd="1" destOrd="0" parTransId="{81751A7B-8174-4E05-83F7-9C3DFE5A6FFE}" sibTransId="{9B5D1F76-BC60-4330-9076-D981F7F3D245}"/>
    <dgm:cxn modelId="{F3A4E714-31E4-4CD2-AA15-6B67720F883C}" type="presOf" srcId="{4008840E-736D-4372-8FC6-FC434F4E84C1}" destId="{F69097B0-F129-4460-9EEB-1CF4B454E205}" srcOrd="0" destOrd="2" presId="urn:microsoft.com/office/officeart/2018/2/layout/IconVerticalSolidList"/>
    <dgm:cxn modelId="{06317A1A-8B6A-4A6B-BCC6-2B8AA0BF8D59}" type="presOf" srcId="{814FBE5D-574C-4F1C-A1DF-3AF30200013F}" destId="{A6E8376C-20FA-437B-BC2E-A737C8B8AE7D}" srcOrd="0" destOrd="0" presId="urn:microsoft.com/office/officeart/2018/2/layout/IconVerticalSolidList"/>
    <dgm:cxn modelId="{DFFC2D20-D4C2-4B69-A883-5BCF6F78B85F}" type="presOf" srcId="{FD4230F5-4C25-46D2-91D6-12EC073FAF4A}" destId="{96F76D73-00D7-4098-8196-EF93B60832C9}" srcOrd="0" destOrd="0" presId="urn:microsoft.com/office/officeart/2018/2/layout/IconVerticalSolidList"/>
    <dgm:cxn modelId="{BDC70824-23B4-409E-B7EF-5B9A2CBDB22E}" srcId="{FD4230F5-4C25-46D2-91D6-12EC073FAF4A}" destId="{53B78490-021C-4A7C-AE4B-82D1EC005152}" srcOrd="0" destOrd="0" parTransId="{9B07188B-08EE-49D5-817B-41F2A9A65608}" sibTransId="{CD894C2C-BF8B-448C-B173-1BED0AEB5E04}"/>
    <dgm:cxn modelId="{A777EE27-5C52-422A-9DD3-B32C89D2AD27}" type="presOf" srcId="{5D24F97B-1B6C-471A-BE9C-62355974C83B}" destId="{CF1AE17D-2609-436A-A690-7BC0829BF3A0}" srcOrd="0" destOrd="0" presId="urn:microsoft.com/office/officeart/2018/2/layout/IconVerticalSolidList"/>
    <dgm:cxn modelId="{3BF88232-3268-4E96-B58E-4FD4384E71BE}" srcId="{CA241253-828C-4877-BE80-2FC107FF07A0}" destId="{06F8611C-710B-481F-A860-944DCE4EDA54}" srcOrd="1" destOrd="0" parTransId="{7407EFA7-1A21-4385-8ABA-7E0D95ADCA22}" sibTransId="{BF31A929-F48A-413F-80B4-D4858310AD70}"/>
    <dgm:cxn modelId="{24D77933-2209-42CF-822A-480E515E6AF1}" srcId="{CA241253-828C-4877-BE80-2FC107FF07A0}" destId="{4008840E-736D-4372-8FC6-FC434F4E84C1}" srcOrd="2" destOrd="0" parTransId="{B5EF1132-A9B1-4BFE-A6FD-26EBDCE2ABAA}" sibTransId="{B0F5A457-3948-4174-A0EF-56006390696F}"/>
    <dgm:cxn modelId="{3DA0E633-4D73-4CA7-BA53-CB2C6F3C5E11}" srcId="{49666402-05D8-4A5C-AE0A-72F5B9E5F0D9}" destId="{5D24F97B-1B6C-471A-BE9C-62355974C83B}" srcOrd="0" destOrd="0" parTransId="{25123718-5DFA-4953-8743-277DB4B036E3}" sibTransId="{3839DC8D-198A-48E3-A3F7-03B027389003}"/>
    <dgm:cxn modelId="{4DE7853F-11C9-42F8-9087-667C75315E0D}" type="presOf" srcId="{6953F134-8146-435C-A601-4D268ADDE556}" destId="{CF1AE17D-2609-436A-A690-7BC0829BF3A0}" srcOrd="0" destOrd="1" presId="urn:microsoft.com/office/officeart/2018/2/layout/IconVerticalSolidList"/>
    <dgm:cxn modelId="{53FE6C5D-326B-4B6F-9470-EA332C2D8483}" type="presOf" srcId="{49666402-05D8-4A5C-AE0A-72F5B9E5F0D9}" destId="{CD078E32-0BD1-43CA-BB95-11DFDDE23A38}" srcOrd="0" destOrd="0" presId="urn:microsoft.com/office/officeart/2018/2/layout/IconVerticalSolidList"/>
    <dgm:cxn modelId="{76879D44-D4CA-4AFB-87F6-EEFE13A7B845}" type="presOf" srcId="{85B5E2B1-3F2D-4AB1-8FA5-B35AE360FF93}" destId="{CF1AE17D-2609-436A-A690-7BC0829BF3A0}" srcOrd="0" destOrd="2" presId="urn:microsoft.com/office/officeart/2018/2/layout/IconVerticalSolidList"/>
    <dgm:cxn modelId="{9E74286B-CC1B-4660-9C76-13A7D7893D92}" type="presOf" srcId="{57AB224E-A403-4F13-8F29-332FD8836626}" destId="{8328AA12-0DDF-4B7E-AF23-ACE3C133F4F9}" srcOrd="0" destOrd="0" presId="urn:microsoft.com/office/officeart/2018/2/layout/IconVerticalSolidList"/>
    <dgm:cxn modelId="{0724DE4B-0DFF-40F9-9CBE-497362E902CC}" type="presOf" srcId="{CD565C0F-A939-49DB-AC32-0092090CD89E}" destId="{19EFFE37-6734-48EB-8AD2-28B050A047B5}" srcOrd="0" destOrd="0" presId="urn:microsoft.com/office/officeart/2018/2/layout/IconVerticalSolidList"/>
    <dgm:cxn modelId="{D0925A70-7C6B-4B05-B383-B35EAF1897DA}" type="presOf" srcId="{CA241253-828C-4877-BE80-2FC107FF07A0}" destId="{F8024CA7-1999-481B-B559-2550243A6D07}" srcOrd="0" destOrd="0" presId="urn:microsoft.com/office/officeart/2018/2/layout/IconVerticalSolidList"/>
    <dgm:cxn modelId="{121DE150-D17A-4F51-88D2-E5ABDF4AFAD8}" type="presOf" srcId="{06F8611C-710B-481F-A860-944DCE4EDA54}" destId="{F69097B0-F129-4460-9EEB-1CF4B454E205}" srcOrd="0" destOrd="1" presId="urn:microsoft.com/office/officeart/2018/2/layout/IconVerticalSolidList"/>
    <dgm:cxn modelId="{1C66C571-597E-44AD-98CD-C01C3005BD0D}" srcId="{57AB224E-A403-4F13-8F29-332FD8836626}" destId="{CD565C0F-A939-49DB-AC32-0092090CD89E}" srcOrd="3" destOrd="0" parTransId="{212BA5A0-F927-47A6-A19E-806E0E2E4701}" sibTransId="{CECA3AC8-61E2-412F-A4CE-CC92C643237E}"/>
    <dgm:cxn modelId="{ED45E07F-0940-4123-8CBF-AA0156E5BDCF}" type="presOf" srcId="{5F7D547E-B95D-4512-8E26-B3CC8062FDB9}" destId="{A6E8376C-20FA-437B-BC2E-A737C8B8AE7D}" srcOrd="0" destOrd="2" presId="urn:microsoft.com/office/officeart/2018/2/layout/IconVerticalSolidList"/>
    <dgm:cxn modelId="{B3DD868C-3D96-4028-952F-77EF4B87A622}" srcId="{49666402-05D8-4A5C-AE0A-72F5B9E5F0D9}" destId="{85B5E2B1-3F2D-4AB1-8FA5-B35AE360FF93}" srcOrd="2" destOrd="0" parTransId="{58F02EDF-5ABB-4204-82F9-C74036AE5E2C}" sibTransId="{88F56B60-C812-42CF-9907-9CDBADC3F18F}"/>
    <dgm:cxn modelId="{1AD67990-15AC-4312-9CB1-3F5C66A6645F}" type="presOf" srcId="{53B78490-021C-4A7C-AE4B-82D1EC005152}" destId="{4D4AAD58-ED7E-469B-BB8D-038A6FAAE469}" srcOrd="0" destOrd="0" presId="urn:microsoft.com/office/officeart/2018/2/layout/IconVerticalSolidList"/>
    <dgm:cxn modelId="{8C20479E-67A6-4F00-8C57-DDD3E66AF973}" type="presOf" srcId="{02B2F3D3-86D9-45A9-A7C8-57AA35F94800}" destId="{4D4AAD58-ED7E-469B-BB8D-038A6FAAE469}" srcOrd="0" destOrd="1" presId="urn:microsoft.com/office/officeart/2018/2/layout/IconVerticalSolidList"/>
    <dgm:cxn modelId="{9458E09F-10E2-4DE3-8114-24A63F83DA92}" srcId="{57AB224E-A403-4F13-8F29-332FD8836626}" destId="{CA241253-828C-4877-BE80-2FC107FF07A0}" srcOrd="0" destOrd="0" parTransId="{9498B9B4-4F0D-4D2B-839B-5114902DB928}" sibTransId="{F09C3634-271E-41D7-97B3-A6F550FE0262}"/>
    <dgm:cxn modelId="{AF5C83AD-9F1A-4218-A9FF-DC4D5B2E9FF1}" srcId="{FD4230F5-4C25-46D2-91D6-12EC073FAF4A}" destId="{CD4C90EB-3DD6-4744-BD8A-BF529F232AF9}" srcOrd="2" destOrd="0" parTransId="{E2C77AB0-B720-4417-AE9C-B8549987F0A9}" sibTransId="{80112E0D-0264-417A-A8B9-C8BC39EB86F3}"/>
    <dgm:cxn modelId="{0A0B2FB5-9BBA-4C26-8172-60999DDF0A41}" type="presOf" srcId="{6D14BE6C-8199-496D-A990-5F55AF8AA84D}" destId="{A6E8376C-20FA-437B-BC2E-A737C8B8AE7D}" srcOrd="0" destOrd="1" presId="urn:microsoft.com/office/officeart/2018/2/layout/IconVerticalSolidList"/>
    <dgm:cxn modelId="{F57735B7-FF72-40A3-87CB-6C50F72E3DE3}" srcId="{CD565C0F-A939-49DB-AC32-0092090CD89E}" destId="{5F7D547E-B95D-4512-8E26-B3CC8062FDB9}" srcOrd="2" destOrd="0" parTransId="{04BE555D-E0F7-4509-AC09-1BEFCA713C36}" sibTransId="{11E6E25D-25E2-4B5B-8634-CF20B515BCC6}"/>
    <dgm:cxn modelId="{1DBAF6C5-959A-42FB-9E6D-BDC91A2B13A4}" type="presOf" srcId="{CD4C90EB-3DD6-4744-BD8A-BF529F232AF9}" destId="{4D4AAD58-ED7E-469B-BB8D-038A6FAAE469}" srcOrd="0" destOrd="2" presId="urn:microsoft.com/office/officeart/2018/2/layout/IconVerticalSolidList"/>
    <dgm:cxn modelId="{84EF9BE2-501B-4343-A72D-C204B5536A24}" srcId="{57AB224E-A403-4F13-8F29-332FD8836626}" destId="{FD4230F5-4C25-46D2-91D6-12EC073FAF4A}" srcOrd="1" destOrd="0" parTransId="{936785A4-18F0-40C3-A3B6-0090C8BF9200}" sibTransId="{0AFCDD04-9A60-4607-8152-BCB6E75E0268}"/>
    <dgm:cxn modelId="{B1190CEC-9B7E-44D5-B4DC-2477DAD3FA89}" srcId="{CA241253-828C-4877-BE80-2FC107FF07A0}" destId="{BF94C90B-6E77-49DF-925C-9EF8AD7C9F0B}" srcOrd="0" destOrd="0" parTransId="{64449573-6052-424C-807C-B401B323666B}" sibTransId="{7B37593D-BE34-4940-9714-969D9E08E3D8}"/>
    <dgm:cxn modelId="{E49F7BEC-C942-42D4-9B50-4FB4F395886E}" srcId="{57AB224E-A403-4F13-8F29-332FD8836626}" destId="{49666402-05D8-4A5C-AE0A-72F5B9E5F0D9}" srcOrd="2" destOrd="0" parTransId="{9056CA2C-FB11-426A-8144-A3638D07EF05}" sibTransId="{02ECC78B-5B87-4D11-9162-AE11F176906C}"/>
    <dgm:cxn modelId="{580A80F0-E2B8-4E09-A67D-AA094812F971}" srcId="{CD565C0F-A939-49DB-AC32-0092090CD89E}" destId="{814FBE5D-574C-4F1C-A1DF-3AF30200013F}" srcOrd="0" destOrd="0" parTransId="{6E033E97-7850-4E3C-B6B2-EC4C59A8264A}" sibTransId="{E72F7AF0-8E2E-47CD-8CFA-B407FE5380CE}"/>
    <dgm:cxn modelId="{00DF0070-2FA5-4DC2-989B-901065A6981C}" type="presParOf" srcId="{8328AA12-0DDF-4B7E-AF23-ACE3C133F4F9}" destId="{4FD0F5E3-66B8-4D51-BC21-7DF15779769A}" srcOrd="0" destOrd="0" presId="urn:microsoft.com/office/officeart/2018/2/layout/IconVerticalSolidList"/>
    <dgm:cxn modelId="{4760DA0A-656C-47A9-B828-C91F48D5C784}" type="presParOf" srcId="{4FD0F5E3-66B8-4D51-BC21-7DF15779769A}" destId="{6065BFB9-BBC8-48C7-A28E-309BDAEC246A}" srcOrd="0" destOrd="0" presId="urn:microsoft.com/office/officeart/2018/2/layout/IconVerticalSolidList"/>
    <dgm:cxn modelId="{CDC1FFBF-D0A2-4802-AEEA-C3E10D341D14}" type="presParOf" srcId="{4FD0F5E3-66B8-4D51-BC21-7DF15779769A}" destId="{927AA632-DF8B-41B2-BB4C-6D7FC6A5D096}" srcOrd="1" destOrd="0" presId="urn:microsoft.com/office/officeart/2018/2/layout/IconVerticalSolidList"/>
    <dgm:cxn modelId="{7D756B34-E59B-4252-BC74-83AA7FCD8AAD}" type="presParOf" srcId="{4FD0F5E3-66B8-4D51-BC21-7DF15779769A}" destId="{121A0287-AE57-4A60-9A8F-0E1804FA336E}" srcOrd="2" destOrd="0" presId="urn:microsoft.com/office/officeart/2018/2/layout/IconVerticalSolidList"/>
    <dgm:cxn modelId="{6AFCE6D8-7E3D-4E2C-BAE4-B440ED898280}" type="presParOf" srcId="{4FD0F5E3-66B8-4D51-BC21-7DF15779769A}" destId="{F8024CA7-1999-481B-B559-2550243A6D07}" srcOrd="3" destOrd="0" presId="urn:microsoft.com/office/officeart/2018/2/layout/IconVerticalSolidList"/>
    <dgm:cxn modelId="{F9552514-BC23-44B7-BD95-C8D0DDAD6147}" type="presParOf" srcId="{4FD0F5E3-66B8-4D51-BC21-7DF15779769A}" destId="{F69097B0-F129-4460-9EEB-1CF4B454E205}" srcOrd="4" destOrd="0" presId="urn:microsoft.com/office/officeart/2018/2/layout/IconVerticalSolidList"/>
    <dgm:cxn modelId="{6CBD9811-2891-4153-B1A3-8572C31CBFAF}" type="presParOf" srcId="{8328AA12-0DDF-4B7E-AF23-ACE3C133F4F9}" destId="{0D57D760-9B80-4AED-9709-3828F0F1AF08}" srcOrd="1" destOrd="0" presId="urn:microsoft.com/office/officeart/2018/2/layout/IconVerticalSolidList"/>
    <dgm:cxn modelId="{F2DB93FB-3B50-455B-A6BB-7E07D47199EF}" type="presParOf" srcId="{8328AA12-0DDF-4B7E-AF23-ACE3C133F4F9}" destId="{21FED633-A674-4D62-882D-16DC732CB479}" srcOrd="2" destOrd="0" presId="urn:microsoft.com/office/officeart/2018/2/layout/IconVerticalSolidList"/>
    <dgm:cxn modelId="{35026876-7BDF-4405-AD1F-8886C842EDF8}" type="presParOf" srcId="{21FED633-A674-4D62-882D-16DC732CB479}" destId="{1F9A6EC1-E17A-44C7-8911-DA2F11E576BA}" srcOrd="0" destOrd="0" presId="urn:microsoft.com/office/officeart/2018/2/layout/IconVerticalSolidList"/>
    <dgm:cxn modelId="{B651F1F6-1839-463A-9567-68E27572DC67}" type="presParOf" srcId="{21FED633-A674-4D62-882D-16DC732CB479}" destId="{4F0D068E-5FBA-4A2A-AE67-22C40D55941D}" srcOrd="1" destOrd="0" presId="urn:microsoft.com/office/officeart/2018/2/layout/IconVerticalSolidList"/>
    <dgm:cxn modelId="{51C7BAE0-CBE1-49AC-B864-C166D6A32766}" type="presParOf" srcId="{21FED633-A674-4D62-882D-16DC732CB479}" destId="{95DB33A1-F631-4312-811C-7BC7E070BE2F}" srcOrd="2" destOrd="0" presId="urn:microsoft.com/office/officeart/2018/2/layout/IconVerticalSolidList"/>
    <dgm:cxn modelId="{9F6454AA-EFF0-45C2-9240-4A677F89A9AB}" type="presParOf" srcId="{21FED633-A674-4D62-882D-16DC732CB479}" destId="{96F76D73-00D7-4098-8196-EF93B60832C9}" srcOrd="3" destOrd="0" presId="urn:microsoft.com/office/officeart/2018/2/layout/IconVerticalSolidList"/>
    <dgm:cxn modelId="{2BF7A278-6449-44DA-A6FD-E0FA5E491A39}" type="presParOf" srcId="{21FED633-A674-4D62-882D-16DC732CB479}" destId="{4D4AAD58-ED7E-469B-BB8D-038A6FAAE469}" srcOrd="4" destOrd="0" presId="urn:microsoft.com/office/officeart/2018/2/layout/IconVerticalSolidList"/>
    <dgm:cxn modelId="{1131FEF2-57D9-43F2-A0A0-CDAB22698EE7}" type="presParOf" srcId="{8328AA12-0DDF-4B7E-AF23-ACE3C133F4F9}" destId="{72555C88-80B4-4224-B81E-0C02B1FE6AF4}" srcOrd="3" destOrd="0" presId="urn:microsoft.com/office/officeart/2018/2/layout/IconVerticalSolidList"/>
    <dgm:cxn modelId="{6414214C-F18A-4F76-9659-5BE53B80DB88}" type="presParOf" srcId="{8328AA12-0DDF-4B7E-AF23-ACE3C133F4F9}" destId="{DF4D15E4-990C-46CF-B282-2F0D191C0416}" srcOrd="4" destOrd="0" presId="urn:microsoft.com/office/officeart/2018/2/layout/IconVerticalSolidList"/>
    <dgm:cxn modelId="{50EE19C5-77D6-46A7-8A5A-944D2B6C8995}" type="presParOf" srcId="{DF4D15E4-990C-46CF-B282-2F0D191C0416}" destId="{74A011EB-4DB6-407C-90D8-8CCAFDE4431F}" srcOrd="0" destOrd="0" presId="urn:microsoft.com/office/officeart/2018/2/layout/IconVerticalSolidList"/>
    <dgm:cxn modelId="{1FF8B3FE-1AA6-4D4B-BB2A-E3BF5C2B097B}" type="presParOf" srcId="{DF4D15E4-990C-46CF-B282-2F0D191C0416}" destId="{2CA9CA32-4EF8-4E59-B8DA-D7140EF94B81}" srcOrd="1" destOrd="0" presId="urn:microsoft.com/office/officeart/2018/2/layout/IconVerticalSolidList"/>
    <dgm:cxn modelId="{371242A8-B058-4642-AEAB-DF0AC7A67DE6}" type="presParOf" srcId="{DF4D15E4-990C-46CF-B282-2F0D191C0416}" destId="{02536FA5-AB2A-4169-B443-DC6D63062D14}" srcOrd="2" destOrd="0" presId="urn:microsoft.com/office/officeart/2018/2/layout/IconVerticalSolidList"/>
    <dgm:cxn modelId="{561C5959-8D28-4269-AC8A-B0518FFF5C67}" type="presParOf" srcId="{DF4D15E4-990C-46CF-B282-2F0D191C0416}" destId="{CD078E32-0BD1-43CA-BB95-11DFDDE23A38}" srcOrd="3" destOrd="0" presId="urn:microsoft.com/office/officeart/2018/2/layout/IconVerticalSolidList"/>
    <dgm:cxn modelId="{31017CCE-30B7-4571-9B3F-E128D639115E}" type="presParOf" srcId="{DF4D15E4-990C-46CF-B282-2F0D191C0416}" destId="{CF1AE17D-2609-436A-A690-7BC0829BF3A0}" srcOrd="4" destOrd="0" presId="urn:microsoft.com/office/officeart/2018/2/layout/IconVerticalSolidList"/>
    <dgm:cxn modelId="{2C2D7B4D-38AB-4349-95F4-865D96A1B08F}" type="presParOf" srcId="{8328AA12-0DDF-4B7E-AF23-ACE3C133F4F9}" destId="{2ECF6071-CE95-4177-9913-53A180E3F5F4}" srcOrd="5" destOrd="0" presId="urn:microsoft.com/office/officeart/2018/2/layout/IconVerticalSolidList"/>
    <dgm:cxn modelId="{6E47A972-DFAF-4091-9114-DF2468A02536}" type="presParOf" srcId="{8328AA12-0DDF-4B7E-AF23-ACE3C133F4F9}" destId="{E4087E3E-967A-4B59-BBDE-2902C95ABDDE}" srcOrd="6" destOrd="0" presId="urn:microsoft.com/office/officeart/2018/2/layout/IconVerticalSolidList"/>
    <dgm:cxn modelId="{71C7B191-E2B7-48AC-8AEE-3CB9B9F6CFA4}" type="presParOf" srcId="{E4087E3E-967A-4B59-BBDE-2902C95ABDDE}" destId="{326DAA31-F025-4A69-8C9C-1E292E07BDDA}" srcOrd="0" destOrd="0" presId="urn:microsoft.com/office/officeart/2018/2/layout/IconVerticalSolidList"/>
    <dgm:cxn modelId="{6148620D-397C-43B8-A6A5-F9C79B4F85E4}" type="presParOf" srcId="{E4087E3E-967A-4B59-BBDE-2902C95ABDDE}" destId="{DBE152F0-79F7-4835-A433-FF09FFCC21F9}" srcOrd="1" destOrd="0" presId="urn:microsoft.com/office/officeart/2018/2/layout/IconVerticalSolidList"/>
    <dgm:cxn modelId="{86E289FA-D0D0-422C-9207-24C7B4D70FBA}" type="presParOf" srcId="{E4087E3E-967A-4B59-BBDE-2902C95ABDDE}" destId="{7E47F063-7110-421C-9C71-C587D0C50160}" srcOrd="2" destOrd="0" presId="urn:microsoft.com/office/officeart/2018/2/layout/IconVerticalSolidList"/>
    <dgm:cxn modelId="{8CF949CE-B330-4EF3-93B1-4378CBE513A3}" type="presParOf" srcId="{E4087E3E-967A-4B59-BBDE-2902C95ABDDE}" destId="{19EFFE37-6734-48EB-8AD2-28B050A047B5}" srcOrd="3" destOrd="0" presId="urn:microsoft.com/office/officeart/2018/2/layout/IconVerticalSolidList"/>
    <dgm:cxn modelId="{7D035C92-9315-449B-8A16-E4BD1F7C0F3D}" type="presParOf" srcId="{E4087E3E-967A-4B59-BBDE-2902C95ABDDE}" destId="{A6E8376C-20FA-437B-BC2E-A737C8B8AE7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5F27B-AFFE-4AF3-9A8C-7B01D9640C3A}">
      <dsp:nvSpPr>
        <dsp:cNvPr id="0" name=""/>
        <dsp:cNvSpPr/>
      </dsp:nvSpPr>
      <dsp:spPr>
        <a:xfrm>
          <a:off x="8602" y="449910"/>
          <a:ext cx="1003081" cy="10030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5CB73-9563-4A6E-A0A0-5A4A2EC59208}">
      <dsp:nvSpPr>
        <dsp:cNvPr id="0" name=""/>
        <dsp:cNvSpPr/>
      </dsp:nvSpPr>
      <dsp:spPr>
        <a:xfrm>
          <a:off x="8602" y="1590320"/>
          <a:ext cx="2865948" cy="42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Context</a:t>
          </a:r>
          <a:r>
            <a:rPr lang="en-US" sz="2000" b="0" i="0" kern="1200" baseline="0"/>
            <a:t> </a:t>
          </a:r>
          <a:endParaRPr lang="en-US" sz="2000" kern="1200"/>
        </a:p>
      </dsp:txBody>
      <dsp:txXfrm>
        <a:off x="8602" y="1590320"/>
        <a:ext cx="2865948" cy="429892"/>
      </dsp:txXfrm>
    </dsp:sp>
    <dsp:sp modelId="{60BFB5D5-27D4-4829-89A3-5A97571DCC7B}">
      <dsp:nvSpPr>
        <dsp:cNvPr id="0" name=""/>
        <dsp:cNvSpPr/>
      </dsp:nvSpPr>
      <dsp:spPr>
        <a:xfrm>
          <a:off x="8602" y="2084085"/>
          <a:ext cx="2865948" cy="155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LLMs → high inference cost and environmental impact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Pruning reduces cost but requires many expensive experiments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Developers lack transparent tools for trade-offs </a:t>
          </a:r>
          <a:endParaRPr lang="en-US" sz="1500" kern="1200"/>
        </a:p>
      </dsp:txBody>
      <dsp:txXfrm>
        <a:off x="8602" y="2084085"/>
        <a:ext cx="2865948" cy="1559485"/>
      </dsp:txXfrm>
    </dsp:sp>
    <dsp:sp modelId="{4BA3195D-AB64-47EF-9E88-7C1F7241666A}">
      <dsp:nvSpPr>
        <dsp:cNvPr id="0" name=""/>
        <dsp:cNvSpPr/>
      </dsp:nvSpPr>
      <dsp:spPr>
        <a:xfrm>
          <a:off x="3376092" y="449910"/>
          <a:ext cx="1003081" cy="10030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C18D8-032A-4FAF-AE00-2ABBDE2D9CD1}">
      <dsp:nvSpPr>
        <dsp:cNvPr id="0" name=""/>
        <dsp:cNvSpPr/>
      </dsp:nvSpPr>
      <dsp:spPr>
        <a:xfrm>
          <a:off x="3376092" y="1590320"/>
          <a:ext cx="2865948" cy="42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Approach</a:t>
          </a:r>
          <a:r>
            <a:rPr lang="en-US" sz="2000" b="0" i="0" kern="1200" baseline="0"/>
            <a:t> </a:t>
          </a:r>
          <a:endParaRPr lang="en-US" sz="2000" kern="1200"/>
        </a:p>
      </dsp:txBody>
      <dsp:txXfrm>
        <a:off x="3376092" y="1590320"/>
        <a:ext cx="2865948" cy="429892"/>
      </dsp:txXfrm>
    </dsp:sp>
    <dsp:sp modelId="{EFB93E69-5196-46FC-AEB5-AC515DE6A211}">
      <dsp:nvSpPr>
        <dsp:cNvPr id="0" name=""/>
        <dsp:cNvSpPr/>
      </dsp:nvSpPr>
      <dsp:spPr>
        <a:xfrm>
          <a:off x="3376092" y="2084085"/>
          <a:ext cx="2865948" cy="155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Bayesian surrogate model predicts pruning outcomes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Bayesian optimization reduces number of evaluations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Integrated into sustainability dashboard </a:t>
          </a:r>
          <a:endParaRPr lang="en-US" sz="1500" kern="1200"/>
        </a:p>
      </dsp:txBody>
      <dsp:txXfrm>
        <a:off x="3376092" y="2084085"/>
        <a:ext cx="2865948" cy="1559485"/>
      </dsp:txXfrm>
    </dsp:sp>
    <dsp:sp modelId="{DD428BCA-CE34-4791-BDB3-8C65E9966798}">
      <dsp:nvSpPr>
        <dsp:cNvPr id="0" name=""/>
        <dsp:cNvSpPr/>
      </dsp:nvSpPr>
      <dsp:spPr>
        <a:xfrm>
          <a:off x="6743581" y="449910"/>
          <a:ext cx="1003081" cy="10030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A33EE-3BC9-474E-A606-F874365A453F}">
      <dsp:nvSpPr>
        <dsp:cNvPr id="0" name=""/>
        <dsp:cNvSpPr/>
      </dsp:nvSpPr>
      <dsp:spPr>
        <a:xfrm>
          <a:off x="6743581" y="1590320"/>
          <a:ext cx="2865948" cy="42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Main Research Question</a:t>
          </a:r>
          <a:r>
            <a:rPr lang="en-US" sz="2000" b="0" i="0" kern="1200" baseline="0"/>
            <a:t> </a:t>
          </a:r>
          <a:endParaRPr lang="en-US" sz="2000" kern="1200"/>
        </a:p>
      </dsp:txBody>
      <dsp:txXfrm>
        <a:off x="6743581" y="1590320"/>
        <a:ext cx="2865948" cy="429892"/>
      </dsp:txXfrm>
    </dsp:sp>
    <dsp:sp modelId="{C1519D8A-360B-4B08-8DAE-F9BCD40CD1CF}">
      <dsp:nvSpPr>
        <dsp:cNvPr id="0" name=""/>
        <dsp:cNvSpPr/>
      </dsp:nvSpPr>
      <dsp:spPr>
        <a:xfrm>
          <a:off x="6743581" y="2084085"/>
          <a:ext cx="2865948" cy="155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1" kern="1200" baseline="0"/>
            <a:t>To what extent can Bayesian surrogate-based optimization guide magnitude-based pruning to reduce ecological impact while preserving performance and supporting transparent decision-making?</a:t>
          </a:r>
          <a:endParaRPr lang="en-US" sz="1500" kern="1200"/>
        </a:p>
      </dsp:txBody>
      <dsp:txXfrm>
        <a:off x="6743581" y="2084085"/>
        <a:ext cx="2865948" cy="15594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5BFB9-BBC8-48C7-A28E-309BDAEC246A}">
      <dsp:nvSpPr>
        <dsp:cNvPr id="0" name=""/>
        <dsp:cNvSpPr/>
      </dsp:nvSpPr>
      <dsp:spPr>
        <a:xfrm>
          <a:off x="0" y="1834"/>
          <a:ext cx="9514320" cy="9297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AA632-DF8B-41B2-BB4C-6D7FC6A5D096}">
      <dsp:nvSpPr>
        <dsp:cNvPr id="0" name=""/>
        <dsp:cNvSpPr/>
      </dsp:nvSpPr>
      <dsp:spPr>
        <a:xfrm>
          <a:off x="281246" y="211025"/>
          <a:ext cx="511356" cy="5113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24CA7-1999-481B-B559-2550243A6D07}">
      <dsp:nvSpPr>
        <dsp:cNvPr id="0" name=""/>
        <dsp:cNvSpPr/>
      </dsp:nvSpPr>
      <dsp:spPr>
        <a:xfrm>
          <a:off x="1073849" y="1834"/>
          <a:ext cx="4281444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1. Iteration 1 – Core Flow</a:t>
          </a:r>
          <a:endParaRPr lang="en-US" sz="2200" kern="1200"/>
        </a:p>
      </dsp:txBody>
      <dsp:txXfrm>
        <a:off x="1073849" y="1834"/>
        <a:ext cx="4281444" cy="929739"/>
      </dsp:txXfrm>
    </dsp:sp>
    <dsp:sp modelId="{F69097B0-F129-4460-9EEB-1CF4B454E205}">
      <dsp:nvSpPr>
        <dsp:cNvPr id="0" name=""/>
        <dsp:cNvSpPr/>
      </dsp:nvSpPr>
      <dsp:spPr>
        <a:xfrm>
          <a:off x="5355293" y="1834"/>
          <a:ext cx="4159026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What: usability + basic understanding 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Who: peers 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How: think-aloud usability test </a:t>
          </a:r>
          <a:endParaRPr lang="en-US" sz="1300" kern="1200"/>
        </a:p>
      </dsp:txBody>
      <dsp:txXfrm>
        <a:off x="5355293" y="1834"/>
        <a:ext cx="4159026" cy="929739"/>
      </dsp:txXfrm>
    </dsp:sp>
    <dsp:sp modelId="{1F9A6EC1-E17A-44C7-8911-DA2F11E576BA}">
      <dsp:nvSpPr>
        <dsp:cNvPr id="0" name=""/>
        <dsp:cNvSpPr/>
      </dsp:nvSpPr>
      <dsp:spPr>
        <a:xfrm>
          <a:off x="0" y="1164008"/>
          <a:ext cx="9514320" cy="9297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D068E-5FBA-4A2A-AE67-22C40D55941D}">
      <dsp:nvSpPr>
        <dsp:cNvPr id="0" name=""/>
        <dsp:cNvSpPr/>
      </dsp:nvSpPr>
      <dsp:spPr>
        <a:xfrm>
          <a:off x="281246" y="1373200"/>
          <a:ext cx="511356" cy="5113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76D73-00D7-4098-8196-EF93B60832C9}">
      <dsp:nvSpPr>
        <dsp:cNvPr id="0" name=""/>
        <dsp:cNvSpPr/>
      </dsp:nvSpPr>
      <dsp:spPr>
        <a:xfrm>
          <a:off x="1073849" y="1164008"/>
          <a:ext cx="4281444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2. Iteration 2 – Decision Support</a:t>
          </a:r>
          <a:endParaRPr lang="en-US" sz="2200" kern="1200"/>
        </a:p>
      </dsp:txBody>
      <dsp:txXfrm>
        <a:off x="1073849" y="1164008"/>
        <a:ext cx="4281444" cy="929739"/>
      </dsp:txXfrm>
    </dsp:sp>
    <dsp:sp modelId="{4D4AAD58-ED7E-469B-BB8D-038A6FAAE469}">
      <dsp:nvSpPr>
        <dsp:cNvPr id="0" name=""/>
        <dsp:cNvSpPr/>
      </dsp:nvSpPr>
      <dsp:spPr>
        <a:xfrm>
          <a:off x="5355293" y="1164008"/>
          <a:ext cx="4159026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What: predictions, uncertainty, decisions, UX 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Who: UX designers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How: scenario-based tasks </a:t>
          </a:r>
          <a:endParaRPr lang="en-US" sz="1300" kern="1200"/>
        </a:p>
      </dsp:txBody>
      <dsp:txXfrm>
        <a:off x="5355293" y="1164008"/>
        <a:ext cx="4159026" cy="929739"/>
      </dsp:txXfrm>
    </dsp:sp>
    <dsp:sp modelId="{74A011EB-4DB6-407C-90D8-8CCAFDE4431F}">
      <dsp:nvSpPr>
        <dsp:cNvPr id="0" name=""/>
        <dsp:cNvSpPr/>
      </dsp:nvSpPr>
      <dsp:spPr>
        <a:xfrm>
          <a:off x="0" y="2326183"/>
          <a:ext cx="9514320" cy="9297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9CA32-4EF8-4E59-B8DA-D7140EF94B81}">
      <dsp:nvSpPr>
        <dsp:cNvPr id="0" name=""/>
        <dsp:cNvSpPr/>
      </dsp:nvSpPr>
      <dsp:spPr>
        <a:xfrm>
          <a:off x="281246" y="2535374"/>
          <a:ext cx="511356" cy="5113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78E32-0BD1-43CA-BB95-11DFDDE23A38}">
      <dsp:nvSpPr>
        <dsp:cNvPr id="0" name=""/>
        <dsp:cNvSpPr/>
      </dsp:nvSpPr>
      <dsp:spPr>
        <a:xfrm>
          <a:off x="1073849" y="2326183"/>
          <a:ext cx="4281444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3. Iteration 3 – Final Validation</a:t>
          </a:r>
          <a:endParaRPr lang="en-US" sz="2200" kern="1200"/>
        </a:p>
      </dsp:txBody>
      <dsp:txXfrm>
        <a:off x="1073849" y="2326183"/>
        <a:ext cx="4281444" cy="929739"/>
      </dsp:txXfrm>
    </dsp:sp>
    <dsp:sp modelId="{CF1AE17D-2609-436A-A690-7BC0829BF3A0}">
      <dsp:nvSpPr>
        <dsp:cNvPr id="0" name=""/>
        <dsp:cNvSpPr/>
      </dsp:nvSpPr>
      <dsp:spPr>
        <a:xfrm>
          <a:off x="5355293" y="2326183"/>
          <a:ext cx="4159026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What: full workflow + errors + usefulness 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Who: stakeholders 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How: end-to-end testing + discussion </a:t>
          </a:r>
          <a:endParaRPr lang="en-US" sz="1300" kern="1200"/>
        </a:p>
      </dsp:txBody>
      <dsp:txXfrm>
        <a:off x="5355293" y="2326183"/>
        <a:ext cx="4159026" cy="929739"/>
      </dsp:txXfrm>
    </dsp:sp>
    <dsp:sp modelId="{326DAA31-F025-4A69-8C9C-1E292E07BDDA}">
      <dsp:nvSpPr>
        <dsp:cNvPr id="0" name=""/>
        <dsp:cNvSpPr/>
      </dsp:nvSpPr>
      <dsp:spPr>
        <a:xfrm>
          <a:off x="0" y="3488357"/>
          <a:ext cx="9514320" cy="9297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152F0-79F7-4835-A433-FF09FFCC21F9}">
      <dsp:nvSpPr>
        <dsp:cNvPr id="0" name=""/>
        <dsp:cNvSpPr/>
      </dsp:nvSpPr>
      <dsp:spPr>
        <a:xfrm>
          <a:off x="281246" y="3697549"/>
          <a:ext cx="511356" cy="5113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FFE37-6734-48EB-8AD2-28B050A047B5}">
      <dsp:nvSpPr>
        <dsp:cNvPr id="0" name=""/>
        <dsp:cNvSpPr/>
      </dsp:nvSpPr>
      <dsp:spPr>
        <a:xfrm>
          <a:off x="1073849" y="3488357"/>
          <a:ext cx="4281444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4. Metric Survey</a:t>
          </a:r>
          <a:endParaRPr lang="en-US" sz="2200" kern="1200"/>
        </a:p>
      </dsp:txBody>
      <dsp:txXfrm>
        <a:off x="1073849" y="3488357"/>
        <a:ext cx="4281444" cy="929739"/>
      </dsp:txXfrm>
    </dsp:sp>
    <dsp:sp modelId="{A6E8376C-20FA-437B-BC2E-A737C8B8AE7D}">
      <dsp:nvSpPr>
        <dsp:cNvPr id="0" name=""/>
        <dsp:cNvSpPr/>
      </dsp:nvSpPr>
      <dsp:spPr>
        <a:xfrm>
          <a:off x="5355293" y="3488357"/>
          <a:ext cx="4159026" cy="929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97" tIns="98397" rIns="98397" bIns="98397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What: understanding of sustainability metrics 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Who: stakeholders, UX designers, engineers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How: compare visualizations (survey)</a:t>
          </a:r>
          <a:endParaRPr lang="en-US" sz="1300" kern="1200"/>
        </a:p>
      </dsp:txBody>
      <dsp:txXfrm>
        <a:off x="5355293" y="3488357"/>
        <a:ext cx="4159026" cy="9297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206B0-DEAD-4A77-91F9-8DC02C8E621D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BD716-A2FE-4562-A88B-D53C8A4C3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7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project focuses on reducing the environmental impact of large language models by making pruning optimization more efficient using Bayesian surrogate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BD716-A2FE-4562-A88B-D53C8A4C37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2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8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1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6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05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1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2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4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0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1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3640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92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911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3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8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4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F6A52-0672-4443-904A-3DC5509CBBD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7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gitlab.fdmci.hva.nl/maai/2025-2026-sem2/responsible-ai-lab/frank-velde-maai-portfolio/-/wikis/Testing-plans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38F524D-DB58-9798-A59D-09CEB6EAB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A1C67-E1DE-A7BD-C890-836223C7B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97000"/>
            <a:ext cx="7766936" cy="2653836"/>
          </a:xfrm>
        </p:spPr>
        <p:txBody>
          <a:bodyPr>
            <a:normAutofit/>
          </a:bodyPr>
          <a:lstStyle/>
          <a:p>
            <a:r>
              <a:rPr lang="en-GB" sz="5000" dirty="0"/>
              <a:t>Sustainable optimization of LLMs using Bayesian surrogate-based pruning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244063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B735C-C6ED-A3FB-3613-4C8D6843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Context and Research question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5A32B02-E39F-1B10-F04D-D34B02E64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7489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931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A4905-A2A6-10F1-0458-1E0AF53C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6E80A1-40EF-8AA6-1D63-69E123B5A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7A3BB66-56A3-8BAB-0A59-150CEAC7C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FCFCAF2-DE78-3486-EB0A-0184F4677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63E65A-A2A9-4BAC-D35F-2CA3711E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50" y="3739696"/>
            <a:ext cx="9351500" cy="31183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2595BF-0D5F-BE23-1344-DE5647589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538" y="59119"/>
            <a:ext cx="10494923" cy="354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54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F01B6-DEE1-9E95-83B8-AC14FFE7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Key Requirements (from Happy Flow)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01E4-AAFE-983C-CABF-19B6C30C3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FR04</a:t>
            </a:r>
            <a:r>
              <a:rPr lang="en-GB" dirty="0">
                <a:solidFill>
                  <a:schemeClr val="bg1"/>
                </a:solidFill>
              </a:rPr>
              <a:t>: Predict performance across pruning thresholds </a:t>
            </a:r>
          </a:p>
          <a:p>
            <a:r>
              <a:rPr lang="en-GB" b="1" dirty="0">
                <a:solidFill>
                  <a:schemeClr val="bg1"/>
                </a:solidFill>
              </a:rPr>
              <a:t>FR05</a:t>
            </a:r>
            <a:r>
              <a:rPr lang="en-GB" dirty="0">
                <a:solidFill>
                  <a:schemeClr val="bg1"/>
                </a:solidFill>
              </a:rPr>
              <a:t>: Visualize performance vs efficiency (FLOPs, etc.) </a:t>
            </a:r>
          </a:p>
          <a:p>
            <a:r>
              <a:rPr lang="en-GB" b="1" dirty="0">
                <a:solidFill>
                  <a:schemeClr val="bg1"/>
                </a:solidFill>
              </a:rPr>
              <a:t>ER01</a:t>
            </a:r>
            <a:r>
              <a:rPr lang="en-GB" dirty="0">
                <a:solidFill>
                  <a:schemeClr val="bg1"/>
                </a:solidFill>
              </a:rPr>
              <a:t>: Ensure transparency of predictions </a:t>
            </a:r>
          </a:p>
          <a:p>
            <a:r>
              <a:rPr lang="en-GB" b="1" dirty="0">
                <a:solidFill>
                  <a:schemeClr val="bg1"/>
                </a:solidFill>
              </a:rPr>
              <a:t>ER02</a:t>
            </a:r>
            <a:r>
              <a:rPr lang="en-GB" dirty="0">
                <a:solidFill>
                  <a:schemeClr val="bg1"/>
                </a:solidFill>
              </a:rPr>
              <a:t>: Maintain human control over decisions </a:t>
            </a:r>
          </a:p>
          <a:p>
            <a:r>
              <a:rPr lang="en-GB" b="1" dirty="0">
                <a:solidFill>
                  <a:schemeClr val="bg1"/>
                </a:solidFill>
              </a:rPr>
              <a:t>TR03</a:t>
            </a:r>
            <a:r>
              <a:rPr lang="en-GB" dirty="0">
                <a:solidFill>
                  <a:schemeClr val="bg1"/>
                </a:solidFill>
              </a:rPr>
              <a:t>: Use Bayesian optimization to reduce evaluations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C1E13-79DB-FE92-71C0-793EC54E9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4" y="972608"/>
            <a:ext cx="4263234" cy="4900269"/>
          </a:xfrm>
          <a:prstGeom prst="rect">
            <a:avLst/>
          </a:prstGeom>
        </p:spPr>
      </p:pic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55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FE652-5FE1-70F2-5387-72007DA5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253" y="264977"/>
            <a:ext cx="10197494" cy="1099457"/>
          </a:xfrm>
        </p:spPr>
        <p:txBody>
          <a:bodyPr>
            <a:normAutofit/>
          </a:bodyPr>
          <a:lstStyle/>
          <a:p>
            <a:r>
              <a:rPr lang="en-GB" dirty="0"/>
              <a:t>AI Breakdown</a:t>
            </a:r>
            <a:endParaRPr lang="en-US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FE06C0-DC78-254C-D4AE-42460829D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311312"/>
              </p:ext>
            </p:extLst>
          </p:nvPr>
        </p:nvGraphicFramePr>
        <p:xfrm>
          <a:off x="997253" y="1364434"/>
          <a:ext cx="10802786" cy="49702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4304">
                  <a:extLst>
                    <a:ext uri="{9D8B030D-6E8A-4147-A177-3AD203B41FA5}">
                      <a16:colId xmlns:a16="http://schemas.microsoft.com/office/drawing/2014/main" val="1689570732"/>
                    </a:ext>
                  </a:extLst>
                </a:gridCol>
                <a:gridCol w="1301115">
                  <a:extLst>
                    <a:ext uri="{9D8B030D-6E8A-4147-A177-3AD203B41FA5}">
                      <a16:colId xmlns:a16="http://schemas.microsoft.com/office/drawing/2014/main" val="3720773147"/>
                    </a:ext>
                  </a:extLst>
                </a:gridCol>
                <a:gridCol w="1140152">
                  <a:extLst>
                    <a:ext uri="{9D8B030D-6E8A-4147-A177-3AD203B41FA5}">
                      <a16:colId xmlns:a16="http://schemas.microsoft.com/office/drawing/2014/main" val="3270772782"/>
                    </a:ext>
                  </a:extLst>
                </a:gridCol>
                <a:gridCol w="2075442">
                  <a:extLst>
                    <a:ext uri="{9D8B030D-6E8A-4147-A177-3AD203B41FA5}">
                      <a16:colId xmlns:a16="http://schemas.microsoft.com/office/drawing/2014/main" val="2214843373"/>
                    </a:ext>
                  </a:extLst>
                </a:gridCol>
                <a:gridCol w="1288920">
                  <a:extLst>
                    <a:ext uri="{9D8B030D-6E8A-4147-A177-3AD203B41FA5}">
                      <a16:colId xmlns:a16="http://schemas.microsoft.com/office/drawing/2014/main" val="1906923769"/>
                    </a:ext>
                  </a:extLst>
                </a:gridCol>
                <a:gridCol w="1071865">
                  <a:extLst>
                    <a:ext uri="{9D8B030D-6E8A-4147-A177-3AD203B41FA5}">
                      <a16:colId xmlns:a16="http://schemas.microsoft.com/office/drawing/2014/main" val="2746165120"/>
                    </a:ext>
                  </a:extLst>
                </a:gridCol>
                <a:gridCol w="2850988">
                  <a:extLst>
                    <a:ext uri="{9D8B030D-6E8A-4147-A177-3AD203B41FA5}">
                      <a16:colId xmlns:a16="http://schemas.microsoft.com/office/drawing/2014/main" val="1409695453"/>
                    </a:ext>
                  </a:extLst>
                </a:gridCol>
              </a:tblGrid>
              <a:tr h="38638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7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cap="none" spc="0" dirty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cap="none" spc="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cap="none" spc="0" dirty="0">
                          <a:solidFill>
                            <a:schemeClr val="tx1"/>
                          </a:solidFill>
                        </a:rPr>
                        <a:t>Potential mistakes (FP / FN)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cap="none" spc="0" dirty="0">
                          <a:solidFill>
                            <a:schemeClr val="tx1"/>
                          </a:solidFill>
                        </a:rPr>
                        <a:t>Impact of mistakes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cap="none" spc="0" dirty="0">
                          <a:solidFill>
                            <a:schemeClr val="tx1"/>
                          </a:solidFill>
                        </a:rPr>
                        <a:t>% mistakes where still useful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cap="none" spc="0" dirty="0">
                          <a:solidFill>
                            <a:schemeClr val="tx1"/>
                          </a:solidFill>
                        </a:rPr>
                        <a:t>Potential solutions / mitigation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632645"/>
                  </a:ext>
                </a:extLst>
              </a:tr>
              <a:tr h="62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Model and benchmark dataset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Evaluate the baseline performance of the model using benchmark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Baseline perplexity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FP: Perplexity shows better result than real performance</a:t>
                      </a:r>
                      <a:br>
                        <a:rPr lang="en-GB" sz="7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FN: Perplexity shows worse result than real performance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Low to High (Depending on severity of mistake)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Cross-validate the benchmark scoring or run it multiple times to get a more reliable result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129390"/>
                  </a:ext>
                </a:extLst>
              </a:tr>
              <a:tr h="704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Evaluate model computing power (FLOPs), and complexity (Params)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Inference FLOPs and Model params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FP: FLOPs and or Params show as lower than actual</a:t>
                      </a:r>
                      <a:br>
                        <a:rPr lang="en-GB" sz="70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FN: FLOPs and or Params show as higher than actual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High (Result is used for all downstream tasks)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~10%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Run evaluation more than once for validation, compare against expected range for models of similar size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866881"/>
                  </a:ext>
                </a:extLst>
              </a:tr>
              <a:tr h="62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Pruning threshold and structural features (params, FLOPs)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Predict model performance (perplexity) using Bayesian surrogate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Predicted performance curve across thresholds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FP: Predicts good performance where actually bad (overestimation) </a:t>
                      </a:r>
                      <a:br>
                        <a:rPr lang="en-GB" sz="7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FN: Predicts bad performance where actually good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Medium (Influences user decisions, but actualy pruning can show mistake)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~30%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Use Gaussian Process with calibration, track MAE, retrain with more samples, show confidence intervals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544864"/>
                  </a:ext>
                </a:extLst>
              </a:tr>
              <a:tr h="623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Pruning threshold + structural features (params, FLOPs)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Estimate uncertainty of predictions (Bayesian component)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Confidence intervals / variance for each prediction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FP: Underestimates uncertainty (overconfident wrong predictions) </a:t>
                      </a:r>
                      <a:br>
                        <a:rPr lang="en-GB" sz="7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FN: Overestimates uncertainty (too conservative)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Low (Certainty is a useful addition but with strong predictions it's less vital)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~60%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Calibration techniques (e.g. reliability diagrams), compare predicted vs observed error, adjust kernel/prior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29311"/>
                  </a:ext>
                </a:extLst>
              </a:tr>
              <a:tr h="494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Predicted vs actual benchmark results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Estimate prediction error / surrogate reliability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Error metrics (MAE, calibration score)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FP: Underestimates error (trust misplaced) </a:t>
                      </a:r>
                      <a:br>
                        <a:rPr lang="en-GB" sz="70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FN: Overestimates error (model undervalued)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~50%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Visualize prediction vs actual gap, threshold-based warning system, disclose model might not be accurate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572783"/>
                  </a:ext>
                </a:extLst>
              </a:tr>
              <a:tr h="504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FLOPs + model structure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Estimate energy consumption / sustainability metrics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Energy usage (kWh), CO₂ estimate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FP: Over/underestimates energy (proxy mismatch) </a:t>
                      </a:r>
                      <a:br>
                        <a:rPr lang="en-GB" sz="7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FN: Misses hardware-specific variation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~60%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Calibrate with real hardware measurements, provide ranges not point estimates, allow user hardware input, compare against an expected range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60527"/>
                  </a:ext>
                </a:extLst>
              </a:tr>
              <a:tr h="504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All predicted metrics (performance + energy)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Generate trade-off visualization (AI-assisted interpretation layer)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Pareto front / trade-off curves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FP: Misleading curve shape due to prediction errors </a:t>
                      </a:r>
                      <a:br>
                        <a:rPr lang="en-GB" sz="7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FN: Missing optimal region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~50%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Show uncertainty bands, highlight observed vs predicted points, interactive filtering disclose model might not be accurate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0350"/>
                  </a:ext>
                </a:extLst>
              </a:tr>
              <a:tr h="504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User model + prior surrogate knowledge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Generalize surrogate predictions to unseen models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Predictions for new model without full retraining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FP: Poor generalization across architectures </a:t>
                      </a:r>
                      <a:br>
                        <a:rPr lang="en-GB" sz="70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FN: Conservative predictions due to uncertainty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>
                          <a:solidFill>
                            <a:schemeClr val="tx1"/>
                          </a:solidFill>
                        </a:rPr>
                        <a:t>~15–20%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cap="none" spc="0" dirty="0">
                          <a:solidFill>
                            <a:schemeClr val="tx1"/>
                          </a:solidFill>
                        </a:rPr>
                        <a:t>Train on diverse models, include architecture embeddings, fallback to extra initial sampling</a:t>
                      </a:r>
                    </a:p>
                  </a:txBody>
                  <a:tcPr marL="0" marR="30442" marT="12177" marB="913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709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10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3F35F-FC54-50B3-BB8B-61F0C07DD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FBC448-1569-7CC3-01DE-67D326DAA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5F243-9540-FCAD-495B-EB388206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808" y="375257"/>
            <a:ext cx="2918845" cy="925122"/>
          </a:xfrm>
        </p:spPr>
        <p:txBody>
          <a:bodyPr>
            <a:normAutofit/>
          </a:bodyPr>
          <a:lstStyle/>
          <a:p>
            <a:r>
              <a:rPr lang="en-US" dirty="0"/>
              <a:t>Error Flows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F0C48181-2E44-6D0F-2855-FE94396A0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0E5D2A3-ABAE-C6D2-429F-460E53761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74ED765-076F-248F-A651-402531446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993" y="1757116"/>
            <a:ext cx="6108345" cy="5024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3A0FFC-9674-AFB5-E558-7670C7BAE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55" y="237803"/>
            <a:ext cx="5427845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1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893A-EA29-1061-F4DA-8D7320EC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Plan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59CE06C-D28B-8A2E-6DC1-C9B0031D6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582229"/>
              </p:ext>
            </p:extLst>
          </p:nvPr>
        </p:nvGraphicFramePr>
        <p:xfrm>
          <a:off x="461370" y="1581623"/>
          <a:ext cx="9514320" cy="44199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8D430F-14E0-4F68-2034-B7E2F7BC69E1}"/>
              </a:ext>
            </a:extLst>
          </p:cNvPr>
          <p:cNvSpPr txBox="1"/>
          <p:nvPr/>
        </p:nvSpPr>
        <p:spPr>
          <a:xfrm>
            <a:off x="557545" y="6394782"/>
            <a:ext cx="8007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Details</a:t>
            </a:r>
            <a:r>
              <a:rPr lang="en-US" sz="1000" dirty="0"/>
              <a:t>: </a:t>
            </a:r>
            <a:r>
              <a:rPr lang="en-US" sz="1000" dirty="0">
                <a:hlinkClick r:id="rId7"/>
              </a:rPr>
              <a:t>https://gitlab.fdmci.hva.nl/maai/2025-2026-sem2/responsible-ai-lab/frank-velde-maai-portfolio/-/wikis/Testing-plans</a:t>
            </a:r>
            <a:r>
              <a:rPr lang="en-US" sz="1000" dirty="0"/>
              <a:t> 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51001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6">
      <a:dk1>
        <a:sysClr val="windowText" lastClr="000000"/>
      </a:dk1>
      <a:lt1>
        <a:sysClr val="window" lastClr="FFFFFF"/>
      </a:lt1>
      <a:dk2>
        <a:srgbClr val="739A28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806</Words>
  <Application>Microsoft Office PowerPoint</Application>
  <PresentationFormat>Widescreen</PresentationFormat>
  <Paragraphs>102</Paragraphs>
  <Slides>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Trebuchet MS</vt:lpstr>
      <vt:lpstr>Wingdings 3</vt:lpstr>
      <vt:lpstr>Facet</vt:lpstr>
      <vt:lpstr>Sustainable optimization of LLMs using Bayesian surrogate-based pruning</vt:lpstr>
      <vt:lpstr>Context and Research question</vt:lpstr>
      <vt:lpstr>PowerPoint Presentation</vt:lpstr>
      <vt:lpstr>Key Requirements (from Happy Flow)</vt:lpstr>
      <vt:lpstr>AI Breakdown</vt:lpstr>
      <vt:lpstr>Error Flows</vt:lpstr>
      <vt:lpstr>Test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van der Velde</dc:creator>
  <cp:lastModifiedBy>Frank van der Velde</cp:lastModifiedBy>
  <cp:revision>3</cp:revision>
  <dcterms:created xsi:type="dcterms:W3CDTF">2026-03-22T19:22:42Z</dcterms:created>
  <dcterms:modified xsi:type="dcterms:W3CDTF">2026-03-29T20:39:14Z</dcterms:modified>
</cp:coreProperties>
</file>